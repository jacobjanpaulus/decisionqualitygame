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0" r:id="rId3"/>
    <p:sldId id="267" r:id="rId4"/>
    <p:sldId id="261" r:id="rId5"/>
    <p:sldId id="263" r:id="rId6"/>
    <p:sldId id="264" r:id="rId7"/>
    <p:sldId id="265" r:id="rId8"/>
    <p:sldId id="269" r:id="rId9"/>
    <p:sldId id="268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1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249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557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238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229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791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713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544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472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184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786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784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F6C98-A424-4F15-9014-9411D173FAD5}" type="datetimeFigureOut">
              <a:rPr lang="nl-NL" smtClean="0"/>
              <a:t>3-10-2025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2A4CA-5C1A-4FB1-BC28-1BD43B1A65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409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58B8-6336-D61B-4550-954DB5D5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999E6E-D1FE-A698-4D08-95251E5B79B9}"/>
              </a:ext>
            </a:extLst>
          </p:cNvPr>
          <p:cNvSpPr/>
          <p:nvPr/>
        </p:nvSpPr>
        <p:spPr>
          <a:xfrm>
            <a:off x="465667" y="2971800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F8D2C4-6CA4-401E-BFA5-F1A33245D29B}"/>
              </a:ext>
            </a:extLst>
          </p:cNvPr>
          <p:cNvCxnSpPr>
            <a:stCxn id="4" idx="3"/>
          </p:cNvCxnSpPr>
          <p:nvPr/>
        </p:nvCxnSpPr>
        <p:spPr>
          <a:xfrm flipV="1">
            <a:off x="685800" y="1075267"/>
            <a:ext cx="1032933" cy="20150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CE77D9-B5E5-8184-F8F4-9475E8D18CD0}"/>
              </a:ext>
            </a:extLst>
          </p:cNvPr>
          <p:cNvCxnSpPr>
            <a:stCxn id="4" idx="3"/>
          </p:cNvCxnSpPr>
          <p:nvPr/>
        </p:nvCxnSpPr>
        <p:spPr>
          <a:xfrm flipV="1">
            <a:off x="685800" y="3090333"/>
            <a:ext cx="215053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FD1C1F-D1F5-E7BA-65AC-AFF8E654D185}"/>
              </a:ext>
            </a:extLst>
          </p:cNvPr>
          <p:cNvCxnSpPr>
            <a:stCxn id="4" idx="3"/>
          </p:cNvCxnSpPr>
          <p:nvPr/>
        </p:nvCxnSpPr>
        <p:spPr>
          <a:xfrm>
            <a:off x="685800" y="3090334"/>
            <a:ext cx="528893" cy="31314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0CA26E-3E0B-5D79-7B56-7951A5254A85}"/>
              </a:ext>
            </a:extLst>
          </p:cNvPr>
          <p:cNvCxnSpPr/>
          <p:nvPr/>
        </p:nvCxnSpPr>
        <p:spPr>
          <a:xfrm flipH="1">
            <a:off x="1219201" y="6225447"/>
            <a:ext cx="7319554" cy="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0117848-06AF-9E20-0902-D0DFE632D5B2}"/>
              </a:ext>
            </a:extLst>
          </p:cNvPr>
          <p:cNvSpPr/>
          <p:nvPr/>
        </p:nvSpPr>
        <p:spPr>
          <a:xfrm>
            <a:off x="1489956" y="5965813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9C102F-E554-B4C4-8910-0D2F680533FF}"/>
              </a:ext>
            </a:extLst>
          </p:cNvPr>
          <p:cNvSpPr/>
          <p:nvPr/>
        </p:nvSpPr>
        <p:spPr>
          <a:xfrm>
            <a:off x="1717583" y="811384"/>
            <a:ext cx="4955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738681-E2F8-E94F-9D33-58EE6D49097F}"/>
              </a:ext>
            </a:extLst>
          </p:cNvPr>
          <p:cNvCxnSpPr>
            <a:stCxn id="25" idx="2"/>
          </p:cNvCxnSpPr>
          <p:nvPr/>
        </p:nvCxnSpPr>
        <p:spPr>
          <a:xfrm flipH="1">
            <a:off x="1718733" y="1075266"/>
            <a:ext cx="265853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6BB891C-8365-7FA3-0706-11F0AEEAFDAB}"/>
              </a:ext>
            </a:extLst>
          </p:cNvPr>
          <p:cNvSpPr txBox="1"/>
          <p:nvPr/>
        </p:nvSpPr>
        <p:spPr>
          <a:xfrm>
            <a:off x="5488684" y="1259931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575D85-EC8B-719A-A92E-98205C4BB400}"/>
              </a:ext>
            </a:extLst>
          </p:cNvPr>
          <p:cNvSpPr/>
          <p:nvPr/>
        </p:nvSpPr>
        <p:spPr>
          <a:xfrm>
            <a:off x="4377267" y="939799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B641EC-3755-9044-D5F9-CFCF894B48B0}"/>
              </a:ext>
            </a:extLst>
          </p:cNvPr>
          <p:cNvCxnSpPr>
            <a:endCxn id="25" idx="5"/>
          </p:cNvCxnSpPr>
          <p:nvPr/>
        </p:nvCxnSpPr>
        <p:spPr>
          <a:xfrm flipH="1" flipV="1">
            <a:off x="4601296" y="117105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085A82-718A-911A-A64C-329EF7353F4A}"/>
              </a:ext>
            </a:extLst>
          </p:cNvPr>
          <p:cNvCxnSpPr/>
          <p:nvPr/>
        </p:nvCxnSpPr>
        <p:spPr>
          <a:xfrm>
            <a:off x="4880021" y="1528802"/>
            <a:ext cx="36313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AC772D0-1513-E437-8792-F20D8A34E152}"/>
              </a:ext>
            </a:extLst>
          </p:cNvPr>
          <p:cNvCxnSpPr>
            <a:stCxn id="25" idx="7"/>
          </p:cNvCxnSpPr>
          <p:nvPr/>
        </p:nvCxnSpPr>
        <p:spPr>
          <a:xfrm flipV="1">
            <a:off x="4601296" y="705934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AE1C0D5-D91C-07DF-812B-AC4D87325334}"/>
              </a:ext>
            </a:extLst>
          </p:cNvPr>
          <p:cNvCxnSpPr>
            <a:endCxn id="47" idx="1"/>
          </p:cNvCxnSpPr>
          <p:nvPr/>
        </p:nvCxnSpPr>
        <p:spPr>
          <a:xfrm>
            <a:off x="4953000" y="705933"/>
            <a:ext cx="35423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9812161-BD82-4C85-9C3D-E9EFE9D50340}"/>
              </a:ext>
            </a:extLst>
          </p:cNvPr>
          <p:cNvSpPr txBox="1"/>
          <p:nvPr/>
        </p:nvSpPr>
        <p:spPr>
          <a:xfrm>
            <a:off x="5488684" y="419191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3A5AD8-A1DB-8534-A5D6-EAFF3CBA3D88}"/>
              </a:ext>
            </a:extLst>
          </p:cNvPr>
          <p:cNvSpPr/>
          <p:nvPr/>
        </p:nvSpPr>
        <p:spPr>
          <a:xfrm>
            <a:off x="1428432" y="2834074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603608-CFC0-D0D5-EC26-442B92E4A786}"/>
              </a:ext>
            </a:extLst>
          </p:cNvPr>
          <p:cNvSpPr txBox="1"/>
          <p:nvPr/>
        </p:nvSpPr>
        <p:spPr>
          <a:xfrm>
            <a:off x="3626237" y="3844580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= 4</a:t>
            </a:r>
            <a:endParaRPr lang="nl-NL" sz="1400" i="1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8CB23ED-59DB-0904-1CB4-BD2B8F36309E}"/>
              </a:ext>
            </a:extLst>
          </p:cNvPr>
          <p:cNvSpPr/>
          <p:nvPr/>
        </p:nvSpPr>
        <p:spPr>
          <a:xfrm>
            <a:off x="2836333" y="2952232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E2C93D6-8067-8B7B-B015-5C954F1F39E0}"/>
              </a:ext>
            </a:extLst>
          </p:cNvPr>
          <p:cNvCxnSpPr>
            <a:endCxn id="59" idx="5"/>
          </p:cNvCxnSpPr>
          <p:nvPr/>
        </p:nvCxnSpPr>
        <p:spPr>
          <a:xfrm flipH="1" flipV="1">
            <a:off x="3060362" y="3183489"/>
            <a:ext cx="304498" cy="925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AE7FD58-3646-9BA8-8401-1B4112CC2E9F}"/>
              </a:ext>
            </a:extLst>
          </p:cNvPr>
          <p:cNvCxnSpPr/>
          <p:nvPr/>
        </p:nvCxnSpPr>
        <p:spPr>
          <a:xfrm flipV="1">
            <a:off x="3364860" y="4101654"/>
            <a:ext cx="1507064" cy="7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D573BB5-3A1C-0D67-44F7-06EBCB6CF415}"/>
              </a:ext>
            </a:extLst>
          </p:cNvPr>
          <p:cNvCxnSpPr>
            <a:stCxn id="59" idx="7"/>
          </p:cNvCxnSpPr>
          <p:nvPr/>
        </p:nvCxnSpPr>
        <p:spPr>
          <a:xfrm flipV="1">
            <a:off x="3060362" y="2718367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A8E268-66E0-ACA3-A84A-BBFDE61CF734}"/>
              </a:ext>
            </a:extLst>
          </p:cNvPr>
          <p:cNvCxnSpPr/>
          <p:nvPr/>
        </p:nvCxnSpPr>
        <p:spPr>
          <a:xfrm>
            <a:off x="3412066" y="2718366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707C7C2-0FFA-BD5C-FCCE-55F16AD831BB}"/>
              </a:ext>
            </a:extLst>
          </p:cNvPr>
          <p:cNvSpPr txBox="1"/>
          <p:nvPr/>
        </p:nvSpPr>
        <p:spPr>
          <a:xfrm>
            <a:off x="3626237" y="2467018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&lt;= 3 </a:t>
            </a:r>
            <a:endParaRPr lang="nl-NL" sz="1400" i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DEB4AA4-8BF5-49F1-8B6D-7B003290217F}"/>
              </a:ext>
            </a:extLst>
          </p:cNvPr>
          <p:cNvSpPr/>
          <p:nvPr/>
        </p:nvSpPr>
        <p:spPr>
          <a:xfrm>
            <a:off x="4848602" y="2611798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F9AE0C9-E30B-8FCE-E79E-58BF063D9820}"/>
              </a:ext>
            </a:extLst>
          </p:cNvPr>
          <p:cNvCxnSpPr>
            <a:stCxn id="68" idx="3"/>
          </p:cNvCxnSpPr>
          <p:nvPr/>
        </p:nvCxnSpPr>
        <p:spPr>
          <a:xfrm flipV="1">
            <a:off x="5068735" y="2349034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6930252D-9902-B34D-75D3-0A9B1A0DE6CA}"/>
              </a:ext>
            </a:extLst>
          </p:cNvPr>
          <p:cNvSpPr/>
          <p:nvPr/>
        </p:nvSpPr>
        <p:spPr>
          <a:xfrm>
            <a:off x="5488684" y="2083753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97DA782-81DA-34E5-4140-73DC368608D9}"/>
              </a:ext>
            </a:extLst>
          </p:cNvPr>
          <p:cNvCxnSpPr/>
          <p:nvPr/>
        </p:nvCxnSpPr>
        <p:spPr>
          <a:xfrm>
            <a:off x="5531787" y="2349034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7CC16B94-F01B-FA94-8532-FF0140EF0A85}"/>
              </a:ext>
            </a:extLst>
          </p:cNvPr>
          <p:cNvSpPr/>
          <p:nvPr/>
        </p:nvSpPr>
        <p:spPr>
          <a:xfrm>
            <a:off x="5488684" y="2841265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B4C44BB-FBBD-15DF-889C-F9A8DFC40980}"/>
              </a:ext>
            </a:extLst>
          </p:cNvPr>
          <p:cNvCxnSpPr/>
          <p:nvPr/>
        </p:nvCxnSpPr>
        <p:spPr>
          <a:xfrm flipH="1" flipV="1">
            <a:off x="5080730" y="2738385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8C8129C-8666-89E5-F49A-32E1B53FF5B7}"/>
              </a:ext>
            </a:extLst>
          </p:cNvPr>
          <p:cNvCxnSpPr/>
          <p:nvPr/>
        </p:nvCxnSpPr>
        <p:spPr>
          <a:xfrm flipV="1">
            <a:off x="5364701" y="3090333"/>
            <a:ext cx="3146718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432FA1FA-B83F-647F-F097-34D04EFD0F0D}"/>
              </a:ext>
            </a:extLst>
          </p:cNvPr>
          <p:cNvSpPr/>
          <p:nvPr/>
        </p:nvSpPr>
        <p:spPr>
          <a:xfrm>
            <a:off x="4880021" y="3990697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334F403-C2FA-0FC3-2238-2184C805D24B}"/>
              </a:ext>
            </a:extLst>
          </p:cNvPr>
          <p:cNvCxnSpPr>
            <a:stCxn id="90" idx="3"/>
          </p:cNvCxnSpPr>
          <p:nvPr/>
        </p:nvCxnSpPr>
        <p:spPr>
          <a:xfrm flipV="1">
            <a:off x="5100154" y="3727933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9AA6EBA-8D58-7419-1873-8DCB77D51C16}"/>
              </a:ext>
            </a:extLst>
          </p:cNvPr>
          <p:cNvCxnSpPr/>
          <p:nvPr/>
        </p:nvCxnSpPr>
        <p:spPr>
          <a:xfrm>
            <a:off x="5563206" y="3727933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C23D2AD-2A50-1013-0FFC-A93220425A81}"/>
              </a:ext>
            </a:extLst>
          </p:cNvPr>
          <p:cNvCxnSpPr/>
          <p:nvPr/>
        </p:nvCxnSpPr>
        <p:spPr>
          <a:xfrm flipH="1" flipV="1">
            <a:off x="5112149" y="4117284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86ED0D43-EF3C-4DF7-2983-F09ABE7B3CC3}"/>
              </a:ext>
            </a:extLst>
          </p:cNvPr>
          <p:cNvSpPr txBox="1"/>
          <p:nvPr/>
        </p:nvSpPr>
        <p:spPr>
          <a:xfrm>
            <a:off x="3626237" y="5169434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&gt;=5</a:t>
            </a:r>
            <a:endParaRPr lang="nl-NL" sz="1400" i="1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7B9908B-3134-A847-030F-BAC24552AB4E}"/>
              </a:ext>
            </a:extLst>
          </p:cNvPr>
          <p:cNvCxnSpPr>
            <a:endCxn id="59" idx="4"/>
          </p:cNvCxnSpPr>
          <p:nvPr/>
        </p:nvCxnSpPr>
        <p:spPr>
          <a:xfrm flipH="1" flipV="1">
            <a:off x="2967566" y="3223166"/>
            <a:ext cx="405209" cy="2209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8ABE754-0C64-5FA5-BE0E-CB63846FF3D0}"/>
              </a:ext>
            </a:extLst>
          </p:cNvPr>
          <p:cNvCxnSpPr/>
          <p:nvPr/>
        </p:nvCxnSpPr>
        <p:spPr>
          <a:xfrm>
            <a:off x="3364860" y="5432406"/>
            <a:ext cx="15155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48ACEAA-6CDE-8E9F-194D-3570EF09D12B}"/>
              </a:ext>
            </a:extLst>
          </p:cNvPr>
          <p:cNvSpPr/>
          <p:nvPr/>
        </p:nvSpPr>
        <p:spPr>
          <a:xfrm>
            <a:off x="4892016" y="5316479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18059A6-F358-E41E-9A0A-97C38BA2665B}"/>
              </a:ext>
            </a:extLst>
          </p:cNvPr>
          <p:cNvCxnSpPr>
            <a:stCxn id="114" idx="3"/>
          </p:cNvCxnSpPr>
          <p:nvPr/>
        </p:nvCxnSpPr>
        <p:spPr>
          <a:xfrm flipV="1">
            <a:off x="5112149" y="5053715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394E7AB-D36B-1B6B-7D38-6E52EC8B2D4E}"/>
              </a:ext>
            </a:extLst>
          </p:cNvPr>
          <p:cNvCxnSpPr>
            <a:endCxn id="151" idx="2"/>
          </p:cNvCxnSpPr>
          <p:nvPr/>
        </p:nvCxnSpPr>
        <p:spPr>
          <a:xfrm flipV="1">
            <a:off x="5575201" y="5052210"/>
            <a:ext cx="914699" cy="1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52553F8-70C5-53FF-83D6-59D534B93B75}"/>
              </a:ext>
            </a:extLst>
          </p:cNvPr>
          <p:cNvCxnSpPr/>
          <p:nvPr/>
        </p:nvCxnSpPr>
        <p:spPr>
          <a:xfrm flipH="1" flipV="1">
            <a:off x="5124144" y="544306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146EB7E9-8DB9-DB63-9A6B-A1FB831C8796}"/>
              </a:ext>
            </a:extLst>
          </p:cNvPr>
          <p:cNvSpPr/>
          <p:nvPr/>
        </p:nvSpPr>
        <p:spPr>
          <a:xfrm>
            <a:off x="6428875" y="2218840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41E7AA5-6406-C0A4-109A-06384792327D}"/>
              </a:ext>
            </a:extLst>
          </p:cNvPr>
          <p:cNvCxnSpPr/>
          <p:nvPr/>
        </p:nvCxnSpPr>
        <p:spPr>
          <a:xfrm flipV="1">
            <a:off x="6695837" y="2048373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2F7C7D7-7F42-BE1F-E92F-BE6939D1A174}"/>
              </a:ext>
            </a:extLst>
          </p:cNvPr>
          <p:cNvCxnSpPr/>
          <p:nvPr/>
        </p:nvCxnSpPr>
        <p:spPr>
          <a:xfrm>
            <a:off x="7047541" y="2048372"/>
            <a:ext cx="146387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191D1C3-7462-8D6B-93E3-5EAFFF930EDE}"/>
              </a:ext>
            </a:extLst>
          </p:cNvPr>
          <p:cNvSpPr txBox="1"/>
          <p:nvPr/>
        </p:nvSpPr>
        <p:spPr>
          <a:xfrm>
            <a:off x="6943145" y="1767525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0A34F9F-A34D-3C4E-C8D6-7885B665BDFB}"/>
              </a:ext>
            </a:extLst>
          </p:cNvPr>
          <p:cNvCxnSpPr/>
          <p:nvPr/>
        </p:nvCxnSpPr>
        <p:spPr>
          <a:xfrm flipV="1">
            <a:off x="5396120" y="4461799"/>
            <a:ext cx="3130640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6ADA8AF-989A-FF2F-AD2C-DD31FB4A6394}"/>
              </a:ext>
            </a:extLst>
          </p:cNvPr>
          <p:cNvCxnSpPr/>
          <p:nvPr/>
        </p:nvCxnSpPr>
        <p:spPr>
          <a:xfrm flipV="1">
            <a:off x="5408115" y="5796192"/>
            <a:ext cx="3118645" cy="85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934561A4-163D-AF47-DFFA-CC0983D4D856}"/>
              </a:ext>
            </a:extLst>
          </p:cNvPr>
          <p:cNvSpPr/>
          <p:nvPr/>
        </p:nvSpPr>
        <p:spPr>
          <a:xfrm>
            <a:off x="6444953" y="3597355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C3C4639-733A-3B03-9EAB-1FFEE476A199}"/>
              </a:ext>
            </a:extLst>
          </p:cNvPr>
          <p:cNvCxnSpPr>
            <a:stCxn id="139" idx="7"/>
          </p:cNvCxnSpPr>
          <p:nvPr/>
        </p:nvCxnSpPr>
        <p:spPr>
          <a:xfrm flipV="1">
            <a:off x="6668982" y="3426888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AD4C3AC-E242-BE32-FB02-BE14314D4247}"/>
              </a:ext>
            </a:extLst>
          </p:cNvPr>
          <p:cNvCxnSpPr/>
          <p:nvPr/>
        </p:nvCxnSpPr>
        <p:spPr>
          <a:xfrm>
            <a:off x="7063619" y="3426887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0AC9961-80FF-C9A7-B156-6A64415AFB5F}"/>
              </a:ext>
            </a:extLst>
          </p:cNvPr>
          <p:cNvCxnSpPr>
            <a:endCxn id="139" idx="5"/>
          </p:cNvCxnSpPr>
          <p:nvPr/>
        </p:nvCxnSpPr>
        <p:spPr>
          <a:xfrm flipH="1" flipV="1">
            <a:off x="6668982" y="3828612"/>
            <a:ext cx="306331" cy="350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5B6AC92-0D94-7E80-FBFD-B40D55EB4DCD}"/>
              </a:ext>
            </a:extLst>
          </p:cNvPr>
          <p:cNvCxnSpPr/>
          <p:nvPr/>
        </p:nvCxnSpPr>
        <p:spPr>
          <a:xfrm>
            <a:off x="6970066" y="4179020"/>
            <a:ext cx="1547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4E92D130-1BCA-976A-5D0B-86A485D7A5F7}"/>
              </a:ext>
            </a:extLst>
          </p:cNvPr>
          <p:cNvSpPr/>
          <p:nvPr/>
        </p:nvSpPr>
        <p:spPr>
          <a:xfrm>
            <a:off x="6489900" y="4916743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25E2CC2-5355-FF0F-815F-6690298444C1}"/>
              </a:ext>
            </a:extLst>
          </p:cNvPr>
          <p:cNvCxnSpPr>
            <a:stCxn id="151" idx="7"/>
          </p:cNvCxnSpPr>
          <p:nvPr/>
        </p:nvCxnSpPr>
        <p:spPr>
          <a:xfrm flipV="1">
            <a:off x="6713929" y="4746276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09E3CF6-03C1-82FB-6B95-86387E5D0457}"/>
              </a:ext>
            </a:extLst>
          </p:cNvPr>
          <p:cNvCxnSpPr/>
          <p:nvPr/>
        </p:nvCxnSpPr>
        <p:spPr>
          <a:xfrm>
            <a:off x="7108566" y="4746275"/>
            <a:ext cx="141819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06A91188-C37B-8175-A993-493CFE223CA3}"/>
              </a:ext>
            </a:extLst>
          </p:cNvPr>
          <p:cNvCxnSpPr/>
          <p:nvPr/>
        </p:nvCxnSpPr>
        <p:spPr>
          <a:xfrm>
            <a:off x="7117665" y="5525466"/>
            <a:ext cx="1409095" cy="1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AED00CE-0526-F3DB-6CC2-8055ADFA8E1F}"/>
              </a:ext>
            </a:extLst>
          </p:cNvPr>
          <p:cNvSpPr/>
          <p:nvPr/>
        </p:nvSpPr>
        <p:spPr>
          <a:xfrm>
            <a:off x="8660762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9F9826A-196D-BFC5-DD3E-0917C46CE4DD}"/>
              </a:ext>
            </a:extLst>
          </p:cNvPr>
          <p:cNvSpPr/>
          <p:nvPr/>
        </p:nvSpPr>
        <p:spPr>
          <a:xfrm>
            <a:off x="8660762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2875FDA-52F3-630F-2FAE-66D8AAA49821}"/>
              </a:ext>
            </a:extLst>
          </p:cNvPr>
          <p:cNvSpPr/>
          <p:nvPr/>
        </p:nvSpPr>
        <p:spPr>
          <a:xfrm>
            <a:off x="8657771" y="60730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27BFDE6-1ABC-7A46-2C13-B79585094812}"/>
              </a:ext>
            </a:extLst>
          </p:cNvPr>
          <p:cNvSpPr/>
          <p:nvPr/>
        </p:nvSpPr>
        <p:spPr>
          <a:xfrm>
            <a:off x="8640188" y="167546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BA5226B-7339-F84A-5A17-E34D3D8B0E2E}"/>
              </a:ext>
            </a:extLst>
          </p:cNvPr>
          <p:cNvSpPr/>
          <p:nvPr/>
        </p:nvSpPr>
        <p:spPr>
          <a:xfrm>
            <a:off x="9857346" y="167546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Pay-off</a:t>
            </a:r>
            <a:endParaRPr lang="nl-NL" sz="1400" b="1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B9DB763-0FC5-69BE-480E-1B972645E828}"/>
              </a:ext>
            </a:extLst>
          </p:cNvPr>
          <p:cNvSpPr/>
          <p:nvPr/>
        </p:nvSpPr>
        <p:spPr>
          <a:xfrm>
            <a:off x="9857346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F738C59-6007-092A-FF75-FD2AA3011DE4}"/>
              </a:ext>
            </a:extLst>
          </p:cNvPr>
          <p:cNvSpPr/>
          <p:nvPr/>
        </p:nvSpPr>
        <p:spPr>
          <a:xfrm>
            <a:off x="9857346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9F77DD7-1254-CA2F-BA19-1D285EE1458C}"/>
              </a:ext>
            </a:extLst>
          </p:cNvPr>
          <p:cNvSpPr/>
          <p:nvPr/>
        </p:nvSpPr>
        <p:spPr>
          <a:xfrm>
            <a:off x="9857346" y="606916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AADE760-8CC9-C3BC-7A98-F739BEAF43BC}"/>
              </a:ext>
            </a:extLst>
          </p:cNvPr>
          <p:cNvSpPr/>
          <p:nvPr/>
        </p:nvSpPr>
        <p:spPr>
          <a:xfrm>
            <a:off x="8660762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CFE226C-0C8F-5D5B-10AC-147B2C64733C}"/>
              </a:ext>
            </a:extLst>
          </p:cNvPr>
          <p:cNvSpPr/>
          <p:nvPr/>
        </p:nvSpPr>
        <p:spPr>
          <a:xfrm>
            <a:off x="9857346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8BDFC1B-805E-AF16-4813-D2D4761880FD}"/>
              </a:ext>
            </a:extLst>
          </p:cNvPr>
          <p:cNvSpPr/>
          <p:nvPr/>
        </p:nvSpPr>
        <p:spPr>
          <a:xfrm>
            <a:off x="8660762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84B374E-015C-8684-AB5A-5CA1DE4C2B6F}"/>
              </a:ext>
            </a:extLst>
          </p:cNvPr>
          <p:cNvSpPr/>
          <p:nvPr/>
        </p:nvSpPr>
        <p:spPr>
          <a:xfrm>
            <a:off x="9857346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6E11A14-BE5A-7991-CDA4-03790DC2AC71}"/>
              </a:ext>
            </a:extLst>
          </p:cNvPr>
          <p:cNvCxnSpPr/>
          <p:nvPr/>
        </p:nvCxnSpPr>
        <p:spPr>
          <a:xfrm flipH="1" flipV="1">
            <a:off x="6713929" y="5148000"/>
            <a:ext cx="403736" cy="377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7A89585F-6CB5-410F-3093-FF9017F6B18D}"/>
              </a:ext>
            </a:extLst>
          </p:cNvPr>
          <p:cNvSpPr/>
          <p:nvPr/>
        </p:nvSpPr>
        <p:spPr>
          <a:xfrm>
            <a:off x="8660762" y="3342796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390C5F-EC5A-7C89-4804-6325F154F2E7}"/>
              </a:ext>
            </a:extLst>
          </p:cNvPr>
          <p:cNvSpPr/>
          <p:nvPr/>
        </p:nvSpPr>
        <p:spPr>
          <a:xfrm>
            <a:off x="9861277" y="3342796"/>
            <a:ext cx="963054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479EB4E-C544-FEF4-BBF3-7757E99BA248}"/>
              </a:ext>
            </a:extLst>
          </p:cNvPr>
          <p:cNvSpPr/>
          <p:nvPr/>
        </p:nvSpPr>
        <p:spPr>
          <a:xfrm>
            <a:off x="8657771" y="432299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EDE394F-D15A-FBAB-9DDB-203685C0CD00}"/>
              </a:ext>
            </a:extLst>
          </p:cNvPr>
          <p:cNvSpPr/>
          <p:nvPr/>
        </p:nvSpPr>
        <p:spPr>
          <a:xfrm>
            <a:off x="9857346" y="4322997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B1AB76E-11B7-6986-8809-BE2DEB2950A7}"/>
              </a:ext>
            </a:extLst>
          </p:cNvPr>
          <p:cNvSpPr/>
          <p:nvPr/>
        </p:nvSpPr>
        <p:spPr>
          <a:xfrm>
            <a:off x="8660762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B7FCCC2-C27C-38B5-F1F2-08417C65BAB2}"/>
              </a:ext>
            </a:extLst>
          </p:cNvPr>
          <p:cNvSpPr/>
          <p:nvPr/>
        </p:nvSpPr>
        <p:spPr>
          <a:xfrm>
            <a:off x="9857346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86C0832-D79D-81D2-D27F-6AA87F44A19E}"/>
              </a:ext>
            </a:extLst>
          </p:cNvPr>
          <p:cNvSpPr/>
          <p:nvPr/>
        </p:nvSpPr>
        <p:spPr>
          <a:xfrm>
            <a:off x="8657771" y="470610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47487F4-6E66-E406-BBF0-7F9E924848E7}"/>
              </a:ext>
            </a:extLst>
          </p:cNvPr>
          <p:cNvSpPr/>
          <p:nvPr/>
        </p:nvSpPr>
        <p:spPr>
          <a:xfrm>
            <a:off x="9857346" y="4706107"/>
            <a:ext cx="96386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AB7CD27-9B8D-69DB-891F-9D5CED8A706D}"/>
              </a:ext>
            </a:extLst>
          </p:cNvPr>
          <p:cNvSpPr/>
          <p:nvPr/>
        </p:nvSpPr>
        <p:spPr>
          <a:xfrm>
            <a:off x="8657771" y="5676783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A50387E-5FBF-2FAE-A4CA-756B6F979C51}"/>
              </a:ext>
            </a:extLst>
          </p:cNvPr>
          <p:cNvSpPr/>
          <p:nvPr/>
        </p:nvSpPr>
        <p:spPr>
          <a:xfrm>
            <a:off x="9857346" y="5676783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D7EE3D9-DDE7-A858-2059-C21E7EDB89B9}"/>
              </a:ext>
            </a:extLst>
          </p:cNvPr>
          <p:cNvSpPr/>
          <p:nvPr/>
        </p:nvSpPr>
        <p:spPr>
          <a:xfrm>
            <a:off x="8657771" y="52957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65FBA8E-7D7A-D217-D7EC-FF7A8227C8CB}"/>
              </a:ext>
            </a:extLst>
          </p:cNvPr>
          <p:cNvSpPr/>
          <p:nvPr/>
        </p:nvSpPr>
        <p:spPr>
          <a:xfrm>
            <a:off x="9857346" y="5297045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5D4E134-F6EF-8469-D1FE-880B5B5048AC}"/>
              </a:ext>
            </a:extLst>
          </p:cNvPr>
          <p:cNvSpPr/>
          <p:nvPr/>
        </p:nvSpPr>
        <p:spPr>
          <a:xfrm>
            <a:off x="5527131" y="3474201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3A9CBDE-69CA-5DAC-F691-62F1AFFD82C1}"/>
              </a:ext>
            </a:extLst>
          </p:cNvPr>
          <p:cNvSpPr/>
          <p:nvPr/>
        </p:nvSpPr>
        <p:spPr>
          <a:xfrm>
            <a:off x="5527131" y="4231713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E8D2E2F-644E-83A0-9965-471AFC76C1A1}"/>
              </a:ext>
            </a:extLst>
          </p:cNvPr>
          <p:cNvSpPr/>
          <p:nvPr/>
        </p:nvSpPr>
        <p:spPr>
          <a:xfrm>
            <a:off x="5555681" y="4799124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3C881A3-4CD0-B8BB-4792-6896B3BDD895}"/>
              </a:ext>
            </a:extLst>
          </p:cNvPr>
          <p:cNvSpPr/>
          <p:nvPr/>
        </p:nvSpPr>
        <p:spPr>
          <a:xfrm>
            <a:off x="5555681" y="5556636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29E0E93-BCAA-84CF-89A5-7E3326615F6C}"/>
              </a:ext>
            </a:extLst>
          </p:cNvPr>
          <p:cNvSpPr txBox="1"/>
          <p:nvPr/>
        </p:nvSpPr>
        <p:spPr>
          <a:xfrm>
            <a:off x="7285890" y="3161277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760ED72-9DBE-5671-C249-29295797F1A0}"/>
              </a:ext>
            </a:extLst>
          </p:cNvPr>
          <p:cNvSpPr txBox="1"/>
          <p:nvPr/>
        </p:nvSpPr>
        <p:spPr>
          <a:xfrm>
            <a:off x="7314440" y="4513391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C9A193A-74F1-4488-AA8C-09A09ED4017A}"/>
              </a:ext>
            </a:extLst>
          </p:cNvPr>
          <p:cNvSpPr txBox="1"/>
          <p:nvPr/>
        </p:nvSpPr>
        <p:spPr>
          <a:xfrm>
            <a:off x="7314304" y="5274756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A3F2931-430C-F79E-C1C9-08FDCD41C6F3}"/>
              </a:ext>
            </a:extLst>
          </p:cNvPr>
          <p:cNvSpPr txBox="1"/>
          <p:nvPr/>
        </p:nvSpPr>
        <p:spPr>
          <a:xfrm>
            <a:off x="7317865" y="3892252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</p:spTree>
    <p:extLst>
      <p:ext uri="{BB962C8B-B14F-4D97-AF65-F5344CB8AC3E}">
        <p14:creationId xmlns:p14="http://schemas.microsoft.com/office/powerpoint/2010/main" val="202400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7869" y="1425594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" name="Straight Connector 5"/>
          <p:cNvCxnSpPr>
            <a:cxnSpLocks/>
            <a:stCxn id="4" idx="3"/>
          </p:cNvCxnSpPr>
          <p:nvPr/>
        </p:nvCxnSpPr>
        <p:spPr>
          <a:xfrm flipV="1">
            <a:off x="968002" y="1075266"/>
            <a:ext cx="750731" cy="4688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  <a:stCxn id="4" idx="3"/>
          </p:cNvCxnSpPr>
          <p:nvPr/>
        </p:nvCxnSpPr>
        <p:spPr>
          <a:xfrm>
            <a:off x="968002" y="1544128"/>
            <a:ext cx="195934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  <a:stCxn id="4" idx="3"/>
          </p:cNvCxnSpPr>
          <p:nvPr/>
        </p:nvCxnSpPr>
        <p:spPr>
          <a:xfrm>
            <a:off x="968002" y="1544128"/>
            <a:ext cx="750731" cy="53925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722017" y="1817268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sp>
        <p:nvSpPr>
          <p:cNvPr id="19" name="Rectangle 18"/>
          <p:cNvSpPr/>
          <p:nvPr/>
        </p:nvSpPr>
        <p:spPr>
          <a:xfrm>
            <a:off x="1722017" y="811384"/>
            <a:ext cx="4955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21" name="Straight Connector 20"/>
          <p:cNvCxnSpPr>
            <a:stCxn id="25" idx="2"/>
          </p:cNvCxnSpPr>
          <p:nvPr/>
        </p:nvCxnSpPr>
        <p:spPr>
          <a:xfrm flipH="1">
            <a:off x="1718733" y="1075266"/>
            <a:ext cx="265853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8684" y="1265830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25" name="Oval 24"/>
          <p:cNvSpPr/>
          <p:nvPr/>
        </p:nvSpPr>
        <p:spPr>
          <a:xfrm>
            <a:off x="4377267" y="939799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7" name="Straight Connector 26"/>
          <p:cNvCxnSpPr>
            <a:endCxn id="25" idx="5"/>
          </p:cNvCxnSpPr>
          <p:nvPr/>
        </p:nvCxnSpPr>
        <p:spPr>
          <a:xfrm flipH="1" flipV="1">
            <a:off x="4601296" y="117105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880021" y="1528802"/>
            <a:ext cx="36313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5" idx="7"/>
          </p:cNvCxnSpPr>
          <p:nvPr/>
        </p:nvCxnSpPr>
        <p:spPr>
          <a:xfrm flipV="1">
            <a:off x="4601296" y="705934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endCxn id="47" idx="1"/>
          </p:cNvCxnSpPr>
          <p:nvPr/>
        </p:nvCxnSpPr>
        <p:spPr>
          <a:xfrm>
            <a:off x="4953000" y="705933"/>
            <a:ext cx="35423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88684" y="448686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57" name="Rectangle 56"/>
          <p:cNvSpPr/>
          <p:nvPr/>
        </p:nvSpPr>
        <p:spPr>
          <a:xfrm>
            <a:off x="1722017" y="1289913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sp>
        <p:nvSpPr>
          <p:cNvPr id="162" name="Rectangle 161"/>
          <p:cNvSpPr/>
          <p:nvPr/>
        </p:nvSpPr>
        <p:spPr>
          <a:xfrm>
            <a:off x="4844031" y="831699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8660762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endParaRPr lang="nl-NL" dirty="0"/>
          </a:p>
        </p:txBody>
      </p:sp>
      <p:sp>
        <p:nvSpPr>
          <p:cNvPr id="168" name="Rectangle 167"/>
          <p:cNvSpPr/>
          <p:nvPr/>
        </p:nvSpPr>
        <p:spPr>
          <a:xfrm>
            <a:off x="8660762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171"/>
          <p:cNvSpPr/>
          <p:nvPr/>
        </p:nvSpPr>
        <p:spPr>
          <a:xfrm>
            <a:off x="8640188" y="167546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73" name="Rectangle 172"/>
          <p:cNvSpPr/>
          <p:nvPr/>
        </p:nvSpPr>
        <p:spPr>
          <a:xfrm>
            <a:off x="9857346" y="167546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Pay-out</a:t>
            </a:r>
            <a:endParaRPr lang="nl-NL" sz="1400" b="1" dirty="0"/>
          </a:p>
        </p:txBody>
      </p:sp>
      <p:sp>
        <p:nvSpPr>
          <p:cNvPr id="174" name="Rectangle 173"/>
          <p:cNvSpPr/>
          <p:nvPr/>
        </p:nvSpPr>
        <p:spPr>
          <a:xfrm>
            <a:off x="9857346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5" name="Rectangle 174"/>
          <p:cNvSpPr/>
          <p:nvPr/>
        </p:nvSpPr>
        <p:spPr>
          <a:xfrm>
            <a:off x="9857346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7" name="Rectangle 176"/>
          <p:cNvSpPr/>
          <p:nvPr/>
        </p:nvSpPr>
        <p:spPr>
          <a:xfrm>
            <a:off x="4844031" y="1248347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8932845" y="612160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8932845" y="1435029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0129429" y="612160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0129429" y="1443802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v2</a:t>
            </a:r>
            <a:endParaRPr lang="nl-NL" sz="10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22FDAD-96D4-3BA5-BA16-D7183E14AFF4}"/>
              </a:ext>
            </a:extLst>
          </p:cNvPr>
          <p:cNvCxnSpPr>
            <a:cxnSpLocks/>
          </p:cNvCxnSpPr>
          <p:nvPr/>
        </p:nvCxnSpPr>
        <p:spPr>
          <a:xfrm>
            <a:off x="1718733" y="2078110"/>
            <a:ext cx="124516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583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29B5-6126-23C4-2CE2-09476A9A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7C8469-31A5-B43B-698E-1D9AB5466629}"/>
              </a:ext>
            </a:extLst>
          </p:cNvPr>
          <p:cNvCxnSpPr>
            <a:cxnSpLocks/>
          </p:cNvCxnSpPr>
          <p:nvPr/>
        </p:nvCxnSpPr>
        <p:spPr>
          <a:xfrm flipH="1">
            <a:off x="1557828" y="2311868"/>
            <a:ext cx="7363012" cy="82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9500424-3107-8A23-035A-03B5B896C2FB}"/>
              </a:ext>
            </a:extLst>
          </p:cNvPr>
          <p:cNvSpPr/>
          <p:nvPr/>
        </p:nvSpPr>
        <p:spPr>
          <a:xfrm>
            <a:off x="9039856" y="215946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BF6331F-508E-5173-8E2B-AE9DAEC7C527}"/>
              </a:ext>
            </a:extLst>
          </p:cNvPr>
          <p:cNvSpPr/>
          <p:nvPr/>
        </p:nvSpPr>
        <p:spPr>
          <a:xfrm>
            <a:off x="9039856" y="1684072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613FC44-E1B9-5DB7-5342-FF75B320F899}"/>
              </a:ext>
            </a:extLst>
          </p:cNvPr>
          <p:cNvSpPr/>
          <p:nvPr/>
        </p:nvSpPr>
        <p:spPr>
          <a:xfrm>
            <a:off x="10257014" y="1684072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Pay-off</a:t>
            </a:r>
            <a:endParaRPr lang="nl-NL" sz="1400" b="1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170FD08-532A-34E9-8DDE-3513761E7133}"/>
              </a:ext>
            </a:extLst>
          </p:cNvPr>
          <p:cNvSpPr/>
          <p:nvPr/>
        </p:nvSpPr>
        <p:spPr>
          <a:xfrm>
            <a:off x="10239431" y="2155581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..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4A32F7-A583-2FF6-3E49-45F215EA1AF4}"/>
              </a:ext>
            </a:extLst>
          </p:cNvPr>
          <p:cNvSpPr/>
          <p:nvPr/>
        </p:nvSpPr>
        <p:spPr>
          <a:xfrm>
            <a:off x="595063" y="1649568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77C99D6-AD06-7902-030E-D5DA6600E8D5}"/>
              </a:ext>
            </a:extLst>
          </p:cNvPr>
          <p:cNvCxnSpPr>
            <a:stCxn id="33" idx="3"/>
          </p:cNvCxnSpPr>
          <p:nvPr/>
        </p:nvCxnSpPr>
        <p:spPr>
          <a:xfrm flipV="1">
            <a:off x="815196" y="1768101"/>
            <a:ext cx="2150533" cy="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ADE58D8-126E-8136-C0D9-F34DBB1DA775}"/>
              </a:ext>
            </a:extLst>
          </p:cNvPr>
          <p:cNvSpPr/>
          <p:nvPr/>
        </p:nvSpPr>
        <p:spPr>
          <a:xfrm>
            <a:off x="1557828" y="1511842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22115BF-0452-4D33-34F3-1D6F2356A70D}"/>
              </a:ext>
            </a:extLst>
          </p:cNvPr>
          <p:cNvCxnSpPr>
            <a:cxnSpLocks/>
          </p:cNvCxnSpPr>
          <p:nvPr/>
        </p:nvCxnSpPr>
        <p:spPr>
          <a:xfrm>
            <a:off x="831948" y="1780818"/>
            <a:ext cx="750731" cy="539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6E4BC82-2A8A-67A7-88A2-C842C5AF5E4C}"/>
              </a:ext>
            </a:extLst>
          </p:cNvPr>
          <p:cNvSpPr/>
          <p:nvPr/>
        </p:nvSpPr>
        <p:spPr>
          <a:xfrm>
            <a:off x="1585963" y="2053958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C41772-FEAA-FBD4-A901-FA588D6D07C3}"/>
              </a:ext>
            </a:extLst>
          </p:cNvPr>
          <p:cNvSpPr/>
          <p:nvPr/>
        </p:nvSpPr>
        <p:spPr>
          <a:xfrm>
            <a:off x="1650252" y="981126"/>
            <a:ext cx="583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8BFB27-D1C0-258B-1D70-719E259CBE29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815196" y="1316163"/>
            <a:ext cx="771513" cy="45193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993B401-0A46-A281-C9DC-427A9566DB1B}"/>
              </a:ext>
            </a:extLst>
          </p:cNvPr>
          <p:cNvCxnSpPr>
            <a:cxnSpLocks/>
          </p:cNvCxnSpPr>
          <p:nvPr/>
        </p:nvCxnSpPr>
        <p:spPr>
          <a:xfrm>
            <a:off x="1586709" y="1310891"/>
            <a:ext cx="124516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FDF1CEE2-0817-2483-718A-6AA023B1488A}"/>
              </a:ext>
            </a:extLst>
          </p:cNvPr>
          <p:cNvSpPr/>
          <p:nvPr/>
        </p:nvSpPr>
        <p:spPr>
          <a:xfrm>
            <a:off x="9314931" y="2218095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AB7AF4-30AE-9209-0E82-4FB076489B12}"/>
              </a:ext>
            </a:extLst>
          </p:cNvPr>
          <p:cNvSpPr/>
          <p:nvPr/>
        </p:nvSpPr>
        <p:spPr>
          <a:xfrm>
            <a:off x="10511515" y="2218095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v1</a:t>
            </a:r>
            <a:endParaRPr lang="nl-NL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983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5667" y="2971800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7" name="Straight Connector 6"/>
          <p:cNvCxnSpPr>
            <a:stCxn id="4" idx="3"/>
          </p:cNvCxnSpPr>
          <p:nvPr/>
        </p:nvCxnSpPr>
        <p:spPr>
          <a:xfrm flipV="1">
            <a:off x="685800" y="3090333"/>
            <a:ext cx="215053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428432" y="2834074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3626237" y="3844580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= 4</a:t>
            </a:r>
            <a:endParaRPr lang="nl-NL" sz="1400" i="1" dirty="0"/>
          </a:p>
        </p:txBody>
      </p:sp>
      <p:sp>
        <p:nvSpPr>
          <p:cNvPr id="59" name="Oval 58"/>
          <p:cNvSpPr/>
          <p:nvPr/>
        </p:nvSpPr>
        <p:spPr>
          <a:xfrm>
            <a:off x="2836333" y="2952232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0" name="Straight Connector 59"/>
          <p:cNvCxnSpPr>
            <a:endCxn id="59" idx="5"/>
          </p:cNvCxnSpPr>
          <p:nvPr/>
        </p:nvCxnSpPr>
        <p:spPr>
          <a:xfrm flipH="1" flipV="1">
            <a:off x="3060362" y="3183489"/>
            <a:ext cx="304498" cy="92574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3364860" y="4101654"/>
            <a:ext cx="1507064" cy="757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9" idx="7"/>
          </p:cNvCxnSpPr>
          <p:nvPr/>
        </p:nvCxnSpPr>
        <p:spPr>
          <a:xfrm flipV="1">
            <a:off x="3060362" y="2718367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3412066" y="2718366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626237" y="2467018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&lt;= 3 </a:t>
            </a:r>
            <a:endParaRPr lang="nl-NL" sz="1400" i="1" dirty="0"/>
          </a:p>
        </p:txBody>
      </p:sp>
      <p:sp>
        <p:nvSpPr>
          <p:cNvPr id="68" name="Rectangle 67"/>
          <p:cNvSpPr/>
          <p:nvPr/>
        </p:nvSpPr>
        <p:spPr>
          <a:xfrm>
            <a:off x="4848602" y="2611798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9" name="Straight Connector 68"/>
          <p:cNvCxnSpPr>
            <a:stCxn id="68" idx="3"/>
          </p:cNvCxnSpPr>
          <p:nvPr/>
        </p:nvCxnSpPr>
        <p:spPr>
          <a:xfrm flipV="1">
            <a:off x="5068735" y="2349034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488684" y="2083753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cxnSp>
        <p:nvCxnSpPr>
          <p:cNvPr id="73" name="Straight Connector 72"/>
          <p:cNvCxnSpPr/>
          <p:nvPr/>
        </p:nvCxnSpPr>
        <p:spPr>
          <a:xfrm>
            <a:off x="5531787" y="2349034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488684" y="2841265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cxnSp>
        <p:nvCxnSpPr>
          <p:cNvPr id="77" name="Straight Connector 76"/>
          <p:cNvCxnSpPr/>
          <p:nvPr/>
        </p:nvCxnSpPr>
        <p:spPr>
          <a:xfrm flipH="1" flipV="1">
            <a:off x="5080730" y="2738385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5364701" y="3090333"/>
            <a:ext cx="3146718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4880021" y="3990697"/>
            <a:ext cx="220133" cy="2370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1" name="Straight Connector 90"/>
          <p:cNvCxnSpPr>
            <a:stCxn id="90" idx="3"/>
          </p:cNvCxnSpPr>
          <p:nvPr/>
        </p:nvCxnSpPr>
        <p:spPr>
          <a:xfrm flipV="1">
            <a:off x="5100154" y="3727933"/>
            <a:ext cx="463052" cy="38129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5563206" y="3727933"/>
            <a:ext cx="8690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 flipV="1">
            <a:off x="5112149" y="4117284"/>
            <a:ext cx="283971" cy="35774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626237" y="5169434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&gt;=5</a:t>
            </a:r>
            <a:endParaRPr lang="nl-NL" sz="1400" i="1" dirty="0"/>
          </a:p>
        </p:txBody>
      </p:sp>
      <p:cxnSp>
        <p:nvCxnSpPr>
          <p:cNvPr id="99" name="Straight Connector 98"/>
          <p:cNvCxnSpPr>
            <a:endCxn id="59" idx="4"/>
          </p:cNvCxnSpPr>
          <p:nvPr/>
        </p:nvCxnSpPr>
        <p:spPr>
          <a:xfrm flipH="1" flipV="1">
            <a:off x="2967566" y="3223166"/>
            <a:ext cx="405209" cy="22092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3364860" y="5432406"/>
            <a:ext cx="151553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4892016" y="5316479"/>
            <a:ext cx="220133" cy="2370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5" name="Straight Connector 114"/>
          <p:cNvCxnSpPr>
            <a:stCxn id="114" idx="3"/>
          </p:cNvCxnSpPr>
          <p:nvPr/>
        </p:nvCxnSpPr>
        <p:spPr>
          <a:xfrm flipV="1">
            <a:off x="5112149" y="5053715"/>
            <a:ext cx="463052" cy="38129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endCxn id="151" idx="2"/>
          </p:cNvCxnSpPr>
          <p:nvPr/>
        </p:nvCxnSpPr>
        <p:spPr>
          <a:xfrm flipV="1">
            <a:off x="5575201" y="5052210"/>
            <a:ext cx="914699" cy="15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 flipV="1">
            <a:off x="5124144" y="5443066"/>
            <a:ext cx="283971" cy="35774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6428875" y="2218840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6695837" y="2048373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7047541" y="2048372"/>
            <a:ext cx="146387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943145" y="1767525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cxnSp>
        <p:nvCxnSpPr>
          <p:cNvPr id="132" name="Straight Connector 131"/>
          <p:cNvCxnSpPr/>
          <p:nvPr/>
        </p:nvCxnSpPr>
        <p:spPr>
          <a:xfrm flipV="1">
            <a:off x="5396120" y="4461799"/>
            <a:ext cx="3130640" cy="579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6444953" y="3597355"/>
            <a:ext cx="262466" cy="27093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0" name="Straight Connector 139"/>
          <p:cNvCxnSpPr>
            <a:stCxn id="139" idx="7"/>
          </p:cNvCxnSpPr>
          <p:nvPr/>
        </p:nvCxnSpPr>
        <p:spPr>
          <a:xfrm flipV="1">
            <a:off x="6668982" y="3426888"/>
            <a:ext cx="394637" cy="2101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7063619" y="3426887"/>
            <a:ext cx="144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endCxn id="139" idx="5"/>
          </p:cNvCxnSpPr>
          <p:nvPr/>
        </p:nvCxnSpPr>
        <p:spPr>
          <a:xfrm flipH="1" flipV="1">
            <a:off x="6668982" y="3828612"/>
            <a:ext cx="306331" cy="3504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6970066" y="4179020"/>
            <a:ext cx="154777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6489900" y="4916743"/>
            <a:ext cx="262466" cy="27093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52" name="Straight Connector 151"/>
          <p:cNvCxnSpPr>
            <a:stCxn id="151" idx="7"/>
          </p:cNvCxnSpPr>
          <p:nvPr/>
        </p:nvCxnSpPr>
        <p:spPr>
          <a:xfrm flipV="1">
            <a:off x="6713929" y="4746276"/>
            <a:ext cx="394637" cy="2101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7108566" y="4746275"/>
            <a:ext cx="1418194" cy="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7117665" y="5525466"/>
            <a:ext cx="1409095" cy="18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8640188" y="1504634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08" name="Rectangle 107"/>
          <p:cNvSpPr/>
          <p:nvPr/>
        </p:nvSpPr>
        <p:spPr>
          <a:xfrm>
            <a:off x="9857346" y="1504634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Pay-off</a:t>
            </a:r>
            <a:endParaRPr lang="nl-NL" sz="1400" b="1" dirty="0"/>
          </a:p>
        </p:txBody>
      </p:sp>
      <p:sp>
        <p:nvSpPr>
          <p:cNvPr id="89" name="Rectangle 88"/>
          <p:cNvSpPr/>
          <p:nvPr/>
        </p:nvSpPr>
        <p:spPr>
          <a:xfrm>
            <a:off x="3330914" y="2802325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7021155" y="2138368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7014416" y="2534317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660762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9857346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660762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9857346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8920775" y="1968790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8920754" y="2989449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0117359" y="1968790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0117338" y="2998222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v3</a:t>
            </a:r>
            <a:endParaRPr lang="nl-NL" sz="1000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/>
          <p:cNvCxnSpPr/>
          <p:nvPr/>
        </p:nvCxnSpPr>
        <p:spPr>
          <a:xfrm flipH="1" flipV="1">
            <a:off x="6713929" y="5148000"/>
            <a:ext cx="403736" cy="3774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 flipV="1">
            <a:off x="6689895" y="2401422"/>
            <a:ext cx="306331" cy="350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6990979" y="2751830"/>
            <a:ext cx="1547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8660762" y="2497112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857346" y="2497112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920754" y="2552561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0117338" y="2561334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6CC72-2C60-D4C0-C8C6-0F484E3FDF36}"/>
              </a:ext>
            </a:extLst>
          </p:cNvPr>
          <p:cNvSpPr txBox="1"/>
          <p:nvPr/>
        </p:nvSpPr>
        <p:spPr>
          <a:xfrm>
            <a:off x="7381572" y="2477938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A9340E-E631-BFF2-8944-A7CC5F5A6744}"/>
              </a:ext>
            </a:extLst>
          </p:cNvPr>
          <p:cNvCxnSpPr>
            <a:cxnSpLocks/>
          </p:cNvCxnSpPr>
          <p:nvPr/>
        </p:nvCxnSpPr>
        <p:spPr>
          <a:xfrm>
            <a:off x="702552" y="3103050"/>
            <a:ext cx="750731" cy="53925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BB0D516-92C0-0B7C-CB27-8D96EB112C4D}"/>
              </a:ext>
            </a:extLst>
          </p:cNvPr>
          <p:cNvSpPr/>
          <p:nvPr/>
        </p:nvSpPr>
        <p:spPr>
          <a:xfrm>
            <a:off x="1456567" y="3376190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169778-1B1B-6364-6ACE-7136DD83E010}"/>
              </a:ext>
            </a:extLst>
          </p:cNvPr>
          <p:cNvCxnSpPr>
            <a:cxnSpLocks/>
          </p:cNvCxnSpPr>
          <p:nvPr/>
        </p:nvCxnSpPr>
        <p:spPr>
          <a:xfrm>
            <a:off x="1453283" y="3637032"/>
            <a:ext cx="124516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15070-9D5E-22AB-DFE9-109E4EB1C346}"/>
              </a:ext>
            </a:extLst>
          </p:cNvPr>
          <p:cNvSpPr/>
          <p:nvPr/>
        </p:nvSpPr>
        <p:spPr>
          <a:xfrm>
            <a:off x="1520856" y="2303358"/>
            <a:ext cx="583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3E46FD-1F6F-BB8F-0259-22440488696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685800" y="2638395"/>
            <a:ext cx="771513" cy="45193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644172-A080-53E6-43C4-52DC0E56DA38}"/>
              </a:ext>
            </a:extLst>
          </p:cNvPr>
          <p:cNvCxnSpPr>
            <a:cxnSpLocks/>
          </p:cNvCxnSpPr>
          <p:nvPr/>
        </p:nvCxnSpPr>
        <p:spPr>
          <a:xfrm>
            <a:off x="1457313" y="2633123"/>
            <a:ext cx="124516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93A6B5-E15C-1EA5-015B-53D7A0FC32D7}"/>
              </a:ext>
            </a:extLst>
          </p:cNvPr>
          <p:cNvCxnSpPr/>
          <p:nvPr/>
        </p:nvCxnSpPr>
        <p:spPr>
          <a:xfrm flipV="1">
            <a:off x="5408115" y="5796192"/>
            <a:ext cx="3118645" cy="853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18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626237" y="3844580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= 4</a:t>
            </a:r>
            <a:endParaRPr lang="nl-NL" sz="1400" i="1" dirty="0"/>
          </a:p>
        </p:txBody>
      </p:sp>
      <p:sp>
        <p:nvSpPr>
          <p:cNvPr id="59" name="Oval 58"/>
          <p:cNvSpPr/>
          <p:nvPr/>
        </p:nvSpPr>
        <p:spPr>
          <a:xfrm>
            <a:off x="2836333" y="2952232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0" name="Straight Connector 59"/>
          <p:cNvCxnSpPr>
            <a:endCxn id="59" idx="5"/>
          </p:cNvCxnSpPr>
          <p:nvPr/>
        </p:nvCxnSpPr>
        <p:spPr>
          <a:xfrm flipH="1" flipV="1">
            <a:off x="3060362" y="3183489"/>
            <a:ext cx="304498" cy="925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3364860" y="4101654"/>
            <a:ext cx="1507064" cy="7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9" idx="7"/>
          </p:cNvCxnSpPr>
          <p:nvPr/>
        </p:nvCxnSpPr>
        <p:spPr>
          <a:xfrm flipV="1">
            <a:off x="3060362" y="2718367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3412066" y="2718366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626237" y="2467018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&lt;= 3 </a:t>
            </a:r>
            <a:endParaRPr lang="nl-NL" sz="1400" i="1" dirty="0"/>
          </a:p>
        </p:txBody>
      </p:sp>
      <p:sp>
        <p:nvSpPr>
          <p:cNvPr id="68" name="Rectangle 67"/>
          <p:cNvSpPr/>
          <p:nvPr/>
        </p:nvSpPr>
        <p:spPr>
          <a:xfrm>
            <a:off x="4848602" y="2611798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9" name="Straight Connector 68"/>
          <p:cNvCxnSpPr>
            <a:stCxn id="68" idx="3"/>
          </p:cNvCxnSpPr>
          <p:nvPr/>
        </p:nvCxnSpPr>
        <p:spPr>
          <a:xfrm flipV="1">
            <a:off x="5068735" y="2349034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488684" y="2083753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cxnSp>
        <p:nvCxnSpPr>
          <p:cNvPr id="73" name="Straight Connector 72"/>
          <p:cNvCxnSpPr/>
          <p:nvPr/>
        </p:nvCxnSpPr>
        <p:spPr>
          <a:xfrm>
            <a:off x="5531787" y="2349034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488684" y="2841265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cxnSp>
        <p:nvCxnSpPr>
          <p:cNvPr id="77" name="Straight Connector 76"/>
          <p:cNvCxnSpPr/>
          <p:nvPr/>
        </p:nvCxnSpPr>
        <p:spPr>
          <a:xfrm flipH="1" flipV="1">
            <a:off x="5080730" y="2738385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5364701" y="3090333"/>
            <a:ext cx="3146718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4880021" y="3990697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1" name="Straight Connector 90"/>
          <p:cNvCxnSpPr>
            <a:stCxn id="90" idx="3"/>
          </p:cNvCxnSpPr>
          <p:nvPr/>
        </p:nvCxnSpPr>
        <p:spPr>
          <a:xfrm flipV="1">
            <a:off x="5100154" y="3727933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5563206" y="3727933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 flipV="1">
            <a:off x="5112149" y="4117284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626237" y="5169434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&gt;=5</a:t>
            </a:r>
            <a:endParaRPr lang="nl-NL" sz="1400" i="1" dirty="0"/>
          </a:p>
        </p:txBody>
      </p:sp>
      <p:cxnSp>
        <p:nvCxnSpPr>
          <p:cNvPr id="99" name="Straight Connector 98"/>
          <p:cNvCxnSpPr>
            <a:endCxn id="59" idx="4"/>
          </p:cNvCxnSpPr>
          <p:nvPr/>
        </p:nvCxnSpPr>
        <p:spPr>
          <a:xfrm flipH="1" flipV="1">
            <a:off x="2967566" y="3223166"/>
            <a:ext cx="405209" cy="22092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3364860" y="5432406"/>
            <a:ext cx="151553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4892016" y="5316479"/>
            <a:ext cx="220133" cy="2370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5" name="Straight Connector 114"/>
          <p:cNvCxnSpPr>
            <a:stCxn id="114" idx="3"/>
          </p:cNvCxnSpPr>
          <p:nvPr/>
        </p:nvCxnSpPr>
        <p:spPr>
          <a:xfrm flipV="1">
            <a:off x="5112149" y="5053715"/>
            <a:ext cx="463052" cy="38129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endCxn id="151" idx="2"/>
          </p:cNvCxnSpPr>
          <p:nvPr/>
        </p:nvCxnSpPr>
        <p:spPr>
          <a:xfrm flipV="1">
            <a:off x="5575201" y="5052210"/>
            <a:ext cx="914699" cy="15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 flipV="1">
            <a:off x="5124144" y="5443066"/>
            <a:ext cx="283971" cy="35774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6428875" y="2218840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6695837" y="2048373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7047541" y="2048372"/>
            <a:ext cx="146387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943145" y="1767525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cxnSp>
        <p:nvCxnSpPr>
          <p:cNvPr id="132" name="Straight Connector 131"/>
          <p:cNvCxnSpPr/>
          <p:nvPr/>
        </p:nvCxnSpPr>
        <p:spPr>
          <a:xfrm flipV="1">
            <a:off x="5396120" y="4461799"/>
            <a:ext cx="3130640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6444953" y="3597355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0" name="Straight Connector 139"/>
          <p:cNvCxnSpPr>
            <a:stCxn id="139" idx="7"/>
          </p:cNvCxnSpPr>
          <p:nvPr/>
        </p:nvCxnSpPr>
        <p:spPr>
          <a:xfrm flipV="1">
            <a:off x="6668982" y="3426888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7063619" y="3426887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endCxn id="139" idx="5"/>
          </p:cNvCxnSpPr>
          <p:nvPr/>
        </p:nvCxnSpPr>
        <p:spPr>
          <a:xfrm flipH="1" flipV="1">
            <a:off x="6668982" y="3828612"/>
            <a:ext cx="306331" cy="350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6970066" y="4179020"/>
            <a:ext cx="1547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6489900" y="4916743"/>
            <a:ext cx="262466" cy="27093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52" name="Straight Connector 151"/>
          <p:cNvCxnSpPr>
            <a:stCxn id="151" idx="7"/>
          </p:cNvCxnSpPr>
          <p:nvPr/>
        </p:nvCxnSpPr>
        <p:spPr>
          <a:xfrm flipV="1">
            <a:off x="6713929" y="4746276"/>
            <a:ext cx="394637" cy="2101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7108566" y="4746275"/>
            <a:ext cx="1418194" cy="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7117665" y="5525466"/>
            <a:ext cx="1409095" cy="18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8608289" y="1429493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08" name="Rectangle 107"/>
          <p:cNvSpPr/>
          <p:nvPr/>
        </p:nvSpPr>
        <p:spPr>
          <a:xfrm>
            <a:off x="9825447" y="1429493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Pay-off</a:t>
            </a:r>
            <a:endParaRPr lang="nl-NL" sz="1400" b="1" dirty="0"/>
          </a:p>
        </p:txBody>
      </p:sp>
      <p:sp>
        <p:nvSpPr>
          <p:cNvPr id="89" name="Rectangle 88"/>
          <p:cNvSpPr/>
          <p:nvPr/>
        </p:nvSpPr>
        <p:spPr>
          <a:xfrm>
            <a:off x="3350397" y="3604326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7034693" y="3499129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7006903" y="3926234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660762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9857346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660762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9857346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/>
          <p:cNvCxnSpPr/>
          <p:nvPr/>
        </p:nvCxnSpPr>
        <p:spPr>
          <a:xfrm flipH="1" flipV="1">
            <a:off x="6713929" y="5148000"/>
            <a:ext cx="403736" cy="3774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660762" y="3342796"/>
            <a:ext cx="966984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857346" y="3342796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8660762" y="4332522"/>
            <a:ext cx="966984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857346" y="4332522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8905915" y="3405412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905894" y="4387971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10121289" y="3405412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0121268" y="4396744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8660762" y="3933734"/>
            <a:ext cx="966984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9857346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8905894" y="3989183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0121268" y="3997956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6843610" y="2176021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340373" y="2804693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5527131" y="3474201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42" name="Rectangle 141"/>
          <p:cNvSpPr/>
          <p:nvPr/>
        </p:nvSpPr>
        <p:spPr>
          <a:xfrm>
            <a:off x="5527131" y="4231713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7285890" y="3161277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48" name="TextBox 147"/>
          <p:cNvSpPr txBox="1"/>
          <p:nvPr/>
        </p:nvSpPr>
        <p:spPr>
          <a:xfrm>
            <a:off x="7317865" y="3892252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FE2B21-0F31-135B-0D85-2D18CDDCA29E}"/>
              </a:ext>
            </a:extLst>
          </p:cNvPr>
          <p:cNvSpPr/>
          <p:nvPr/>
        </p:nvSpPr>
        <p:spPr>
          <a:xfrm>
            <a:off x="465667" y="2971800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BBCF3D-4DD1-23C5-2D48-42863189B095}"/>
              </a:ext>
            </a:extLst>
          </p:cNvPr>
          <p:cNvCxnSpPr>
            <a:stCxn id="3" idx="3"/>
          </p:cNvCxnSpPr>
          <p:nvPr/>
        </p:nvCxnSpPr>
        <p:spPr>
          <a:xfrm flipV="1">
            <a:off x="685800" y="3090333"/>
            <a:ext cx="215053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FD307BD-0D4F-3634-5CC8-D33DBB557212}"/>
              </a:ext>
            </a:extLst>
          </p:cNvPr>
          <p:cNvSpPr/>
          <p:nvPr/>
        </p:nvSpPr>
        <p:spPr>
          <a:xfrm>
            <a:off x="1428432" y="2834074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A57A62-D264-B6F3-E2C9-97CAF1544267}"/>
              </a:ext>
            </a:extLst>
          </p:cNvPr>
          <p:cNvCxnSpPr>
            <a:cxnSpLocks/>
          </p:cNvCxnSpPr>
          <p:nvPr/>
        </p:nvCxnSpPr>
        <p:spPr>
          <a:xfrm>
            <a:off x="702552" y="3103050"/>
            <a:ext cx="750731" cy="53925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25A8B-244C-ADDB-FE8A-E122DAFDA8D4}"/>
              </a:ext>
            </a:extLst>
          </p:cNvPr>
          <p:cNvSpPr/>
          <p:nvPr/>
        </p:nvSpPr>
        <p:spPr>
          <a:xfrm>
            <a:off x="1456567" y="3376190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E1EF49-64C3-BC15-AC83-3545B335001D}"/>
              </a:ext>
            </a:extLst>
          </p:cNvPr>
          <p:cNvCxnSpPr>
            <a:cxnSpLocks/>
          </p:cNvCxnSpPr>
          <p:nvPr/>
        </p:nvCxnSpPr>
        <p:spPr>
          <a:xfrm>
            <a:off x="1453283" y="3637032"/>
            <a:ext cx="124516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1BFA674-C5B2-2012-F729-4C628CBBFE3F}"/>
              </a:ext>
            </a:extLst>
          </p:cNvPr>
          <p:cNvSpPr/>
          <p:nvPr/>
        </p:nvSpPr>
        <p:spPr>
          <a:xfrm>
            <a:off x="1520856" y="2303358"/>
            <a:ext cx="583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80BBC9-B832-FBF4-B930-8D6B86AC3269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85800" y="2638395"/>
            <a:ext cx="771513" cy="45193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1E8FFE-80CD-781E-479B-7792A70470FE}"/>
              </a:ext>
            </a:extLst>
          </p:cNvPr>
          <p:cNvCxnSpPr>
            <a:cxnSpLocks/>
          </p:cNvCxnSpPr>
          <p:nvPr/>
        </p:nvCxnSpPr>
        <p:spPr>
          <a:xfrm>
            <a:off x="1457313" y="2633123"/>
            <a:ext cx="124516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24520E-16A0-E44D-E211-BE07C34097FC}"/>
              </a:ext>
            </a:extLst>
          </p:cNvPr>
          <p:cNvCxnSpPr/>
          <p:nvPr/>
        </p:nvCxnSpPr>
        <p:spPr>
          <a:xfrm flipV="1">
            <a:off x="5408115" y="5796192"/>
            <a:ext cx="3118645" cy="853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517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626237" y="3844580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= 4</a:t>
            </a:r>
            <a:endParaRPr lang="nl-NL" sz="1400" i="1" dirty="0"/>
          </a:p>
        </p:txBody>
      </p:sp>
      <p:sp>
        <p:nvSpPr>
          <p:cNvPr id="59" name="Oval 58"/>
          <p:cNvSpPr/>
          <p:nvPr/>
        </p:nvSpPr>
        <p:spPr>
          <a:xfrm>
            <a:off x="2836333" y="2952232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0" name="Straight Connector 59"/>
          <p:cNvCxnSpPr>
            <a:endCxn id="59" idx="5"/>
          </p:cNvCxnSpPr>
          <p:nvPr/>
        </p:nvCxnSpPr>
        <p:spPr>
          <a:xfrm flipH="1" flipV="1">
            <a:off x="3060362" y="3183489"/>
            <a:ext cx="304498" cy="925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3364860" y="4101654"/>
            <a:ext cx="1507064" cy="7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9" idx="7"/>
          </p:cNvCxnSpPr>
          <p:nvPr/>
        </p:nvCxnSpPr>
        <p:spPr>
          <a:xfrm flipV="1">
            <a:off x="3060362" y="2718367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3412066" y="2718366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626237" y="2467018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&lt;= 3 </a:t>
            </a:r>
            <a:endParaRPr lang="nl-NL" sz="1400" i="1" dirty="0"/>
          </a:p>
        </p:txBody>
      </p:sp>
      <p:sp>
        <p:nvSpPr>
          <p:cNvPr id="68" name="Rectangle 67"/>
          <p:cNvSpPr/>
          <p:nvPr/>
        </p:nvSpPr>
        <p:spPr>
          <a:xfrm>
            <a:off x="4848602" y="2611798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9" name="Straight Connector 68"/>
          <p:cNvCxnSpPr>
            <a:stCxn id="68" idx="3"/>
          </p:cNvCxnSpPr>
          <p:nvPr/>
        </p:nvCxnSpPr>
        <p:spPr>
          <a:xfrm flipV="1">
            <a:off x="5068735" y="2349034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488684" y="2083753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cxnSp>
        <p:nvCxnSpPr>
          <p:cNvPr id="73" name="Straight Connector 72"/>
          <p:cNvCxnSpPr/>
          <p:nvPr/>
        </p:nvCxnSpPr>
        <p:spPr>
          <a:xfrm>
            <a:off x="5531787" y="2349034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488684" y="2841265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cxnSp>
        <p:nvCxnSpPr>
          <p:cNvPr id="77" name="Straight Connector 76"/>
          <p:cNvCxnSpPr/>
          <p:nvPr/>
        </p:nvCxnSpPr>
        <p:spPr>
          <a:xfrm flipH="1" flipV="1">
            <a:off x="5080730" y="2738385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5364701" y="3090333"/>
            <a:ext cx="3146718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4880021" y="3990697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1" name="Straight Connector 90"/>
          <p:cNvCxnSpPr>
            <a:stCxn id="90" idx="3"/>
          </p:cNvCxnSpPr>
          <p:nvPr/>
        </p:nvCxnSpPr>
        <p:spPr>
          <a:xfrm flipV="1">
            <a:off x="5100154" y="3727933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5563206" y="3727933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 flipV="1">
            <a:off x="5112149" y="4117284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626237" y="5169434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&gt;=5</a:t>
            </a:r>
            <a:endParaRPr lang="nl-NL" sz="1400" i="1" dirty="0"/>
          </a:p>
        </p:txBody>
      </p:sp>
      <p:cxnSp>
        <p:nvCxnSpPr>
          <p:cNvPr id="99" name="Straight Connector 98"/>
          <p:cNvCxnSpPr>
            <a:endCxn id="59" idx="4"/>
          </p:cNvCxnSpPr>
          <p:nvPr/>
        </p:nvCxnSpPr>
        <p:spPr>
          <a:xfrm flipH="1" flipV="1">
            <a:off x="2967566" y="3223166"/>
            <a:ext cx="405209" cy="2209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3364860" y="5432406"/>
            <a:ext cx="15155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4892016" y="5316479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5" name="Straight Connector 114"/>
          <p:cNvCxnSpPr>
            <a:stCxn id="114" idx="3"/>
          </p:cNvCxnSpPr>
          <p:nvPr/>
        </p:nvCxnSpPr>
        <p:spPr>
          <a:xfrm flipV="1">
            <a:off x="5112149" y="5053715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endCxn id="151" idx="2"/>
          </p:cNvCxnSpPr>
          <p:nvPr/>
        </p:nvCxnSpPr>
        <p:spPr>
          <a:xfrm flipV="1">
            <a:off x="5575201" y="5052210"/>
            <a:ext cx="914699" cy="1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 flipV="1">
            <a:off x="5124144" y="544306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6428875" y="2218840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6695837" y="2048373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7047541" y="2048372"/>
            <a:ext cx="146387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943145" y="1767525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cxnSp>
        <p:nvCxnSpPr>
          <p:cNvPr id="132" name="Straight Connector 131"/>
          <p:cNvCxnSpPr/>
          <p:nvPr/>
        </p:nvCxnSpPr>
        <p:spPr>
          <a:xfrm flipV="1">
            <a:off x="5396120" y="4461799"/>
            <a:ext cx="3130640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 flipV="1">
            <a:off x="5408115" y="5796192"/>
            <a:ext cx="3118645" cy="85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6444953" y="3597355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0" name="Straight Connector 139"/>
          <p:cNvCxnSpPr>
            <a:stCxn id="139" idx="7"/>
          </p:cNvCxnSpPr>
          <p:nvPr/>
        </p:nvCxnSpPr>
        <p:spPr>
          <a:xfrm flipV="1">
            <a:off x="6668982" y="3426888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7063619" y="3426887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endCxn id="139" idx="5"/>
          </p:cNvCxnSpPr>
          <p:nvPr/>
        </p:nvCxnSpPr>
        <p:spPr>
          <a:xfrm flipH="1" flipV="1">
            <a:off x="6668982" y="3828612"/>
            <a:ext cx="306331" cy="350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6970066" y="4179020"/>
            <a:ext cx="1547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6489900" y="4916743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52" name="Straight Connector 151"/>
          <p:cNvCxnSpPr>
            <a:stCxn id="151" idx="7"/>
          </p:cNvCxnSpPr>
          <p:nvPr/>
        </p:nvCxnSpPr>
        <p:spPr>
          <a:xfrm flipV="1">
            <a:off x="6713929" y="4746276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7108566" y="4746275"/>
            <a:ext cx="141819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7117665" y="5525466"/>
            <a:ext cx="1409095" cy="1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8637069" y="1474013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08" name="Rectangle 107"/>
          <p:cNvSpPr/>
          <p:nvPr/>
        </p:nvSpPr>
        <p:spPr>
          <a:xfrm>
            <a:off x="9854227" y="1474013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Pay-off</a:t>
            </a:r>
            <a:endParaRPr lang="nl-NL" sz="1400" b="1" dirty="0"/>
          </a:p>
        </p:txBody>
      </p:sp>
      <p:sp>
        <p:nvSpPr>
          <p:cNvPr id="89" name="Rectangle 88"/>
          <p:cNvSpPr/>
          <p:nvPr/>
        </p:nvSpPr>
        <p:spPr>
          <a:xfrm>
            <a:off x="3381647" y="4956420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7006902" y="4832885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7031949" y="5230631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660762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9857346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660762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9857346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/>
          <p:cNvCxnSpPr/>
          <p:nvPr/>
        </p:nvCxnSpPr>
        <p:spPr>
          <a:xfrm flipH="1" flipV="1">
            <a:off x="6713929" y="5148000"/>
            <a:ext cx="403736" cy="377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660762" y="3342796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861277" y="3342796"/>
            <a:ext cx="963054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8657771" y="432299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857346" y="4322997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8660762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9857346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6843610" y="2176021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340373" y="2804693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8657771" y="470610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9857346" y="4706107"/>
            <a:ext cx="96386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8657771" y="5676783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9857346" y="5676783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8901985" y="4768723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8901964" y="5732232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0117359" y="4768723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10117338" y="5741005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8657771" y="52957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9857346" y="5297045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8901964" y="5352494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10117338" y="5361267"/>
            <a:ext cx="422817" cy="1875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340373" y="3755344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.167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6919893" y="3517151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.667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6919893" y="3984692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.333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5527131" y="3474201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59" name="Rectangle 158"/>
          <p:cNvSpPr/>
          <p:nvPr/>
        </p:nvSpPr>
        <p:spPr>
          <a:xfrm>
            <a:off x="5527131" y="4231713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60" name="Rectangle 159"/>
          <p:cNvSpPr/>
          <p:nvPr/>
        </p:nvSpPr>
        <p:spPr>
          <a:xfrm>
            <a:off x="5555681" y="4799124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61" name="Rectangle 160"/>
          <p:cNvSpPr/>
          <p:nvPr/>
        </p:nvSpPr>
        <p:spPr>
          <a:xfrm>
            <a:off x="5555681" y="5556636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7285890" y="3161277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63" name="TextBox 162"/>
          <p:cNvSpPr txBox="1"/>
          <p:nvPr/>
        </p:nvSpPr>
        <p:spPr>
          <a:xfrm>
            <a:off x="7314440" y="4513391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64" name="TextBox 163"/>
          <p:cNvSpPr txBox="1"/>
          <p:nvPr/>
        </p:nvSpPr>
        <p:spPr>
          <a:xfrm>
            <a:off x="7314304" y="5274756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165" name="TextBox 164"/>
          <p:cNvSpPr txBox="1"/>
          <p:nvPr/>
        </p:nvSpPr>
        <p:spPr>
          <a:xfrm>
            <a:off x="7317865" y="3892252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DC230A-AB6C-DCB2-D34D-4919070C7955}"/>
              </a:ext>
            </a:extLst>
          </p:cNvPr>
          <p:cNvSpPr/>
          <p:nvPr/>
        </p:nvSpPr>
        <p:spPr>
          <a:xfrm>
            <a:off x="465667" y="2971800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5B476-F06A-83A1-DC8C-A26E92214A93}"/>
              </a:ext>
            </a:extLst>
          </p:cNvPr>
          <p:cNvCxnSpPr>
            <a:stCxn id="3" idx="3"/>
          </p:cNvCxnSpPr>
          <p:nvPr/>
        </p:nvCxnSpPr>
        <p:spPr>
          <a:xfrm flipV="1">
            <a:off x="685800" y="3090333"/>
            <a:ext cx="215053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9CA59A8-58BE-0E84-CF3D-BBDC5BAA539C}"/>
              </a:ext>
            </a:extLst>
          </p:cNvPr>
          <p:cNvSpPr/>
          <p:nvPr/>
        </p:nvSpPr>
        <p:spPr>
          <a:xfrm>
            <a:off x="1428432" y="2834074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64D429-88B2-89DC-274F-BF0773BAD98D}"/>
              </a:ext>
            </a:extLst>
          </p:cNvPr>
          <p:cNvCxnSpPr>
            <a:cxnSpLocks/>
          </p:cNvCxnSpPr>
          <p:nvPr/>
        </p:nvCxnSpPr>
        <p:spPr>
          <a:xfrm>
            <a:off x="702552" y="3103050"/>
            <a:ext cx="750731" cy="53925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6695AB7-BD5B-C623-CCBC-EBA3ED206C42}"/>
              </a:ext>
            </a:extLst>
          </p:cNvPr>
          <p:cNvSpPr/>
          <p:nvPr/>
        </p:nvSpPr>
        <p:spPr>
          <a:xfrm>
            <a:off x="1456567" y="3376190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8C2C31-559A-1D33-E9D6-BD95BE3165B1}"/>
              </a:ext>
            </a:extLst>
          </p:cNvPr>
          <p:cNvCxnSpPr>
            <a:cxnSpLocks/>
          </p:cNvCxnSpPr>
          <p:nvPr/>
        </p:nvCxnSpPr>
        <p:spPr>
          <a:xfrm>
            <a:off x="1453283" y="3637032"/>
            <a:ext cx="124516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B85AF3A-AC6D-4504-1AD8-96E2D2A5054C}"/>
              </a:ext>
            </a:extLst>
          </p:cNvPr>
          <p:cNvSpPr/>
          <p:nvPr/>
        </p:nvSpPr>
        <p:spPr>
          <a:xfrm>
            <a:off x="1520856" y="2303358"/>
            <a:ext cx="583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E04D2A-72B6-FF30-55F4-FCAD6DBDEF5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85800" y="2638395"/>
            <a:ext cx="771513" cy="45193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57F19D-73F1-702F-F82C-36CDF24F80D9}"/>
              </a:ext>
            </a:extLst>
          </p:cNvPr>
          <p:cNvCxnSpPr>
            <a:cxnSpLocks/>
          </p:cNvCxnSpPr>
          <p:nvPr/>
        </p:nvCxnSpPr>
        <p:spPr>
          <a:xfrm>
            <a:off x="1457313" y="2633123"/>
            <a:ext cx="124516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088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5667" y="2971800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" name="Straight Connector 5"/>
          <p:cNvCxnSpPr>
            <a:stCxn id="4" idx="3"/>
          </p:cNvCxnSpPr>
          <p:nvPr/>
        </p:nvCxnSpPr>
        <p:spPr>
          <a:xfrm flipV="1">
            <a:off x="685800" y="1075267"/>
            <a:ext cx="1032933" cy="20150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4" idx="3"/>
          </p:cNvCxnSpPr>
          <p:nvPr/>
        </p:nvCxnSpPr>
        <p:spPr>
          <a:xfrm flipV="1">
            <a:off x="685800" y="3090333"/>
            <a:ext cx="215053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3"/>
          </p:cNvCxnSpPr>
          <p:nvPr/>
        </p:nvCxnSpPr>
        <p:spPr>
          <a:xfrm>
            <a:off x="685800" y="3090334"/>
            <a:ext cx="528893" cy="31314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219201" y="6225447"/>
            <a:ext cx="7319554" cy="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19244" y="5965813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sp>
        <p:nvSpPr>
          <p:cNvPr id="19" name="Rectangle 18"/>
          <p:cNvSpPr/>
          <p:nvPr/>
        </p:nvSpPr>
        <p:spPr>
          <a:xfrm>
            <a:off x="1717583" y="811384"/>
            <a:ext cx="4955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21" name="Straight Connector 20"/>
          <p:cNvCxnSpPr>
            <a:stCxn id="25" idx="2"/>
          </p:cNvCxnSpPr>
          <p:nvPr/>
        </p:nvCxnSpPr>
        <p:spPr>
          <a:xfrm flipH="1">
            <a:off x="1718733" y="1075266"/>
            <a:ext cx="265853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8684" y="1259931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25" name="Oval 24"/>
          <p:cNvSpPr/>
          <p:nvPr/>
        </p:nvSpPr>
        <p:spPr>
          <a:xfrm>
            <a:off x="4377267" y="939799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7" name="Straight Connector 26"/>
          <p:cNvCxnSpPr>
            <a:endCxn id="25" idx="5"/>
          </p:cNvCxnSpPr>
          <p:nvPr/>
        </p:nvCxnSpPr>
        <p:spPr>
          <a:xfrm flipH="1" flipV="1">
            <a:off x="4601296" y="117105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880021" y="1528802"/>
            <a:ext cx="36313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5" idx="7"/>
          </p:cNvCxnSpPr>
          <p:nvPr/>
        </p:nvCxnSpPr>
        <p:spPr>
          <a:xfrm flipV="1">
            <a:off x="4601296" y="705934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endCxn id="47" idx="1"/>
          </p:cNvCxnSpPr>
          <p:nvPr/>
        </p:nvCxnSpPr>
        <p:spPr>
          <a:xfrm>
            <a:off x="4953000" y="705933"/>
            <a:ext cx="35423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88684" y="419191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57" name="Rectangle 56"/>
          <p:cNvSpPr/>
          <p:nvPr/>
        </p:nvSpPr>
        <p:spPr>
          <a:xfrm>
            <a:off x="1095146" y="2829885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3626237" y="3844580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= 4</a:t>
            </a:r>
            <a:endParaRPr lang="nl-NL" sz="1400" i="1" dirty="0"/>
          </a:p>
        </p:txBody>
      </p:sp>
      <p:sp>
        <p:nvSpPr>
          <p:cNvPr id="59" name="Oval 58"/>
          <p:cNvSpPr/>
          <p:nvPr/>
        </p:nvSpPr>
        <p:spPr>
          <a:xfrm>
            <a:off x="2836333" y="2952232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0" name="Straight Connector 59"/>
          <p:cNvCxnSpPr>
            <a:endCxn id="59" idx="5"/>
          </p:cNvCxnSpPr>
          <p:nvPr/>
        </p:nvCxnSpPr>
        <p:spPr>
          <a:xfrm flipH="1" flipV="1">
            <a:off x="3060362" y="3183489"/>
            <a:ext cx="304498" cy="925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3364860" y="4101654"/>
            <a:ext cx="1507064" cy="7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9" idx="7"/>
          </p:cNvCxnSpPr>
          <p:nvPr/>
        </p:nvCxnSpPr>
        <p:spPr>
          <a:xfrm flipV="1">
            <a:off x="3060362" y="2718367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3412066" y="2718366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626237" y="2467018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&lt;= 3 </a:t>
            </a:r>
            <a:endParaRPr lang="nl-NL" sz="1400" i="1" dirty="0"/>
          </a:p>
        </p:txBody>
      </p:sp>
      <p:sp>
        <p:nvSpPr>
          <p:cNvPr id="68" name="Rectangle 67"/>
          <p:cNvSpPr/>
          <p:nvPr/>
        </p:nvSpPr>
        <p:spPr>
          <a:xfrm>
            <a:off x="4848602" y="2611798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9" name="Straight Connector 68"/>
          <p:cNvCxnSpPr>
            <a:stCxn id="68" idx="3"/>
          </p:cNvCxnSpPr>
          <p:nvPr/>
        </p:nvCxnSpPr>
        <p:spPr>
          <a:xfrm flipV="1">
            <a:off x="5068735" y="2349034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488684" y="2083753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cxnSp>
        <p:nvCxnSpPr>
          <p:cNvPr id="73" name="Straight Connector 72"/>
          <p:cNvCxnSpPr/>
          <p:nvPr/>
        </p:nvCxnSpPr>
        <p:spPr>
          <a:xfrm>
            <a:off x="5531787" y="2349034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488684" y="2841265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cxnSp>
        <p:nvCxnSpPr>
          <p:cNvPr id="77" name="Straight Connector 76"/>
          <p:cNvCxnSpPr/>
          <p:nvPr/>
        </p:nvCxnSpPr>
        <p:spPr>
          <a:xfrm flipH="1" flipV="1">
            <a:off x="5080730" y="2738385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5364701" y="3090333"/>
            <a:ext cx="3146718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4880021" y="3990697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1" name="Straight Connector 90"/>
          <p:cNvCxnSpPr>
            <a:stCxn id="90" idx="3"/>
          </p:cNvCxnSpPr>
          <p:nvPr/>
        </p:nvCxnSpPr>
        <p:spPr>
          <a:xfrm flipV="1">
            <a:off x="5100154" y="3727933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5563206" y="3727933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 flipV="1">
            <a:off x="5112149" y="4117284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626237" y="5169434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&gt;=5</a:t>
            </a:r>
            <a:endParaRPr lang="nl-NL" sz="1400" i="1" dirty="0"/>
          </a:p>
        </p:txBody>
      </p:sp>
      <p:cxnSp>
        <p:nvCxnSpPr>
          <p:cNvPr id="99" name="Straight Connector 98"/>
          <p:cNvCxnSpPr>
            <a:endCxn id="59" idx="4"/>
          </p:cNvCxnSpPr>
          <p:nvPr/>
        </p:nvCxnSpPr>
        <p:spPr>
          <a:xfrm flipH="1" flipV="1">
            <a:off x="2967566" y="3223166"/>
            <a:ext cx="405209" cy="2209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3364860" y="5432406"/>
            <a:ext cx="15155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4892016" y="5316479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5" name="Straight Connector 114"/>
          <p:cNvCxnSpPr>
            <a:stCxn id="114" idx="3"/>
          </p:cNvCxnSpPr>
          <p:nvPr/>
        </p:nvCxnSpPr>
        <p:spPr>
          <a:xfrm flipV="1">
            <a:off x="5112149" y="5053715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endCxn id="151" idx="2"/>
          </p:cNvCxnSpPr>
          <p:nvPr/>
        </p:nvCxnSpPr>
        <p:spPr>
          <a:xfrm flipV="1">
            <a:off x="5575201" y="5052210"/>
            <a:ext cx="914699" cy="1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 flipV="1">
            <a:off x="5124144" y="544306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6428875" y="2218840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6695837" y="2048373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7047541" y="2048372"/>
            <a:ext cx="146387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943145" y="1767525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cxnSp>
        <p:nvCxnSpPr>
          <p:cNvPr id="132" name="Straight Connector 131"/>
          <p:cNvCxnSpPr/>
          <p:nvPr/>
        </p:nvCxnSpPr>
        <p:spPr>
          <a:xfrm flipV="1">
            <a:off x="5396120" y="4461799"/>
            <a:ext cx="3130640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 flipV="1">
            <a:off x="5408115" y="5796192"/>
            <a:ext cx="3118645" cy="85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6444953" y="3597355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0" name="Straight Connector 139"/>
          <p:cNvCxnSpPr>
            <a:stCxn id="139" idx="7"/>
          </p:cNvCxnSpPr>
          <p:nvPr/>
        </p:nvCxnSpPr>
        <p:spPr>
          <a:xfrm flipV="1">
            <a:off x="6668982" y="3426888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7063619" y="3426887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endCxn id="139" idx="5"/>
          </p:cNvCxnSpPr>
          <p:nvPr/>
        </p:nvCxnSpPr>
        <p:spPr>
          <a:xfrm flipH="1" flipV="1">
            <a:off x="6668982" y="3828612"/>
            <a:ext cx="306331" cy="350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6970066" y="4179020"/>
            <a:ext cx="1547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6489900" y="4916743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52" name="Straight Connector 151"/>
          <p:cNvCxnSpPr>
            <a:stCxn id="151" idx="7"/>
          </p:cNvCxnSpPr>
          <p:nvPr/>
        </p:nvCxnSpPr>
        <p:spPr>
          <a:xfrm flipV="1">
            <a:off x="6713929" y="4746276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7108566" y="4746275"/>
            <a:ext cx="141819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7117665" y="5525466"/>
            <a:ext cx="1409095" cy="1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8660762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8660762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8657771" y="60730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8640188" y="167546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08" name="Rectangle 107"/>
          <p:cNvSpPr/>
          <p:nvPr/>
        </p:nvSpPr>
        <p:spPr>
          <a:xfrm>
            <a:off x="9857346" y="167546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Pay-off</a:t>
            </a:r>
            <a:endParaRPr lang="nl-NL" sz="1400" b="1" dirty="0"/>
          </a:p>
        </p:txBody>
      </p:sp>
      <p:sp>
        <p:nvSpPr>
          <p:cNvPr id="109" name="Rectangle 108"/>
          <p:cNvSpPr/>
          <p:nvPr/>
        </p:nvSpPr>
        <p:spPr>
          <a:xfrm>
            <a:off x="9857346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9857346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9857346" y="606916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37845" y="831699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.778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737845" y="1248347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.222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660762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9857346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660762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9857346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/>
          <p:cNvCxnSpPr/>
          <p:nvPr/>
        </p:nvCxnSpPr>
        <p:spPr>
          <a:xfrm flipH="1" flipV="1">
            <a:off x="6713929" y="5148000"/>
            <a:ext cx="403736" cy="377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660762" y="3342796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861277" y="3342796"/>
            <a:ext cx="963054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8657771" y="432299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857346" y="4322997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8660762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9857346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6843610" y="2176021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340373" y="2804693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8657771" y="470610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9857346" y="4706107"/>
            <a:ext cx="96386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8657771" y="5676783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9857346" y="5676783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8657771" y="52957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9857346" y="5297045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340373" y="3755344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.167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6919893" y="3517151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.667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6919893" y="3984692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.333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5527131" y="3474201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59" name="Rectangle 158"/>
          <p:cNvSpPr/>
          <p:nvPr/>
        </p:nvSpPr>
        <p:spPr>
          <a:xfrm>
            <a:off x="5527131" y="4231713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60" name="Rectangle 159"/>
          <p:cNvSpPr/>
          <p:nvPr/>
        </p:nvSpPr>
        <p:spPr>
          <a:xfrm>
            <a:off x="5555681" y="4799124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61" name="Rectangle 160"/>
          <p:cNvSpPr/>
          <p:nvPr/>
        </p:nvSpPr>
        <p:spPr>
          <a:xfrm>
            <a:off x="5555681" y="5556636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16" name="Rectangle 115"/>
          <p:cNvSpPr/>
          <p:nvPr/>
        </p:nvSpPr>
        <p:spPr>
          <a:xfrm>
            <a:off x="3340373" y="5106901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.333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055018" y="4806820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098584" y="5359261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7285890" y="3161277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7314440" y="4513391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7314304" y="5274756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163" name="TextBox 162"/>
          <p:cNvSpPr txBox="1"/>
          <p:nvPr/>
        </p:nvSpPr>
        <p:spPr>
          <a:xfrm>
            <a:off x="7317865" y="3892252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7D372-C7B1-0E6E-2470-FD15594F0131}"/>
              </a:ext>
            </a:extLst>
          </p:cNvPr>
          <p:cNvSpPr/>
          <p:nvPr/>
        </p:nvSpPr>
        <p:spPr>
          <a:xfrm>
            <a:off x="2213168" y="868148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i="1" dirty="0">
                <a:solidFill>
                  <a:schemeClr val="tx1"/>
                </a:solidFill>
              </a:rPr>
              <a:t>-1 €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29914E-E71C-58EB-7584-F02EA1C1CB2E}"/>
              </a:ext>
            </a:extLst>
          </p:cNvPr>
          <p:cNvSpPr/>
          <p:nvPr/>
        </p:nvSpPr>
        <p:spPr>
          <a:xfrm>
            <a:off x="2213168" y="6007826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i="1" dirty="0">
                <a:solidFill>
                  <a:schemeClr val="tx1"/>
                </a:solidFill>
              </a:rPr>
              <a:t>0 €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C6E88B-4BA1-CC4D-8D93-0FDBF4137E29}"/>
              </a:ext>
            </a:extLst>
          </p:cNvPr>
          <p:cNvSpPr/>
          <p:nvPr/>
        </p:nvSpPr>
        <p:spPr>
          <a:xfrm>
            <a:off x="5791981" y="1974019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B37D3F-3F6A-520B-9E02-2E6976B8A79B}"/>
              </a:ext>
            </a:extLst>
          </p:cNvPr>
          <p:cNvSpPr/>
          <p:nvPr/>
        </p:nvSpPr>
        <p:spPr>
          <a:xfrm>
            <a:off x="5946340" y="1995611"/>
            <a:ext cx="306136" cy="151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3EADE2-D078-9945-2759-5E59452D8796}"/>
              </a:ext>
            </a:extLst>
          </p:cNvPr>
          <p:cNvSpPr/>
          <p:nvPr/>
        </p:nvSpPr>
        <p:spPr>
          <a:xfrm>
            <a:off x="5795432" y="2723659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FC672A-8D18-3129-7B40-0C0937240FFD}"/>
              </a:ext>
            </a:extLst>
          </p:cNvPr>
          <p:cNvSpPr/>
          <p:nvPr/>
        </p:nvSpPr>
        <p:spPr>
          <a:xfrm>
            <a:off x="5949791" y="2745251"/>
            <a:ext cx="306136" cy="151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D855F2-1751-09C3-D46F-C2B59ECBF879}"/>
              </a:ext>
            </a:extLst>
          </p:cNvPr>
          <p:cNvSpPr/>
          <p:nvPr/>
        </p:nvSpPr>
        <p:spPr>
          <a:xfrm>
            <a:off x="5799664" y="3350955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F1F9F5-D886-0B7D-8F6C-11B3904F209E}"/>
              </a:ext>
            </a:extLst>
          </p:cNvPr>
          <p:cNvSpPr/>
          <p:nvPr/>
        </p:nvSpPr>
        <p:spPr>
          <a:xfrm>
            <a:off x="5954023" y="3372547"/>
            <a:ext cx="306136" cy="151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994452-92DF-7EAD-C929-2BA4C0E8DE86}"/>
              </a:ext>
            </a:extLst>
          </p:cNvPr>
          <p:cNvSpPr/>
          <p:nvPr/>
        </p:nvSpPr>
        <p:spPr>
          <a:xfrm>
            <a:off x="5827740" y="4123861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A9CCDB-73AA-1D7E-6B56-96DEE18B5067}"/>
              </a:ext>
            </a:extLst>
          </p:cNvPr>
          <p:cNvSpPr/>
          <p:nvPr/>
        </p:nvSpPr>
        <p:spPr>
          <a:xfrm>
            <a:off x="5982099" y="4145453"/>
            <a:ext cx="306136" cy="151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B7AD61-A94E-1A7E-E7CD-F428354EDB44}"/>
              </a:ext>
            </a:extLst>
          </p:cNvPr>
          <p:cNvSpPr/>
          <p:nvPr/>
        </p:nvSpPr>
        <p:spPr>
          <a:xfrm>
            <a:off x="5864701" y="4693105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097F25-0390-38F4-E78F-C84BE7AB5FFA}"/>
              </a:ext>
            </a:extLst>
          </p:cNvPr>
          <p:cNvSpPr/>
          <p:nvPr/>
        </p:nvSpPr>
        <p:spPr>
          <a:xfrm>
            <a:off x="6019060" y="4708681"/>
            <a:ext cx="306136" cy="151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v4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55637-DF05-635C-EFE9-319E37843087}"/>
              </a:ext>
            </a:extLst>
          </p:cNvPr>
          <p:cNvSpPr/>
          <p:nvPr/>
        </p:nvSpPr>
        <p:spPr>
          <a:xfrm>
            <a:off x="5892265" y="5447538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8F3B7A-7812-06D3-CBAD-2B818222BE29}"/>
              </a:ext>
            </a:extLst>
          </p:cNvPr>
          <p:cNvSpPr/>
          <p:nvPr/>
        </p:nvSpPr>
        <p:spPr>
          <a:xfrm>
            <a:off x="6046624" y="5469130"/>
            <a:ext cx="306136" cy="151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2EEF66-DD8E-0673-91F8-2570B3DB4BFD}"/>
              </a:ext>
            </a:extLst>
          </p:cNvPr>
          <p:cNvSpPr/>
          <p:nvPr/>
        </p:nvSpPr>
        <p:spPr>
          <a:xfrm>
            <a:off x="2213168" y="2896085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A6FDFF-7DBD-4A5F-29E8-6BC2B95EDE3E}"/>
              </a:ext>
            </a:extLst>
          </p:cNvPr>
          <p:cNvSpPr/>
          <p:nvPr/>
        </p:nvSpPr>
        <p:spPr>
          <a:xfrm>
            <a:off x="2367527" y="2917677"/>
            <a:ext cx="306136" cy="151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v5</a:t>
            </a:r>
            <a:endParaRPr lang="nl-NL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50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700FA-F775-9C42-BE61-B6E73A78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85CCB5-6E60-26F1-F97B-B81192BD9367}"/>
              </a:ext>
            </a:extLst>
          </p:cNvPr>
          <p:cNvSpPr/>
          <p:nvPr/>
        </p:nvSpPr>
        <p:spPr>
          <a:xfrm>
            <a:off x="465667" y="2971800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9DA0F0-6A0F-550F-732A-AA3B20E919F6}"/>
              </a:ext>
            </a:extLst>
          </p:cNvPr>
          <p:cNvCxnSpPr>
            <a:stCxn id="4" idx="3"/>
          </p:cNvCxnSpPr>
          <p:nvPr/>
        </p:nvCxnSpPr>
        <p:spPr>
          <a:xfrm flipV="1">
            <a:off x="685800" y="1075267"/>
            <a:ext cx="1032933" cy="20150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C91DA5-1735-3C63-0E47-643B2010F1DE}"/>
              </a:ext>
            </a:extLst>
          </p:cNvPr>
          <p:cNvCxnSpPr>
            <a:stCxn id="4" idx="3"/>
          </p:cNvCxnSpPr>
          <p:nvPr/>
        </p:nvCxnSpPr>
        <p:spPr>
          <a:xfrm flipV="1">
            <a:off x="685800" y="3090333"/>
            <a:ext cx="215053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205802-1FEA-0C69-146E-59B6AD10B5B5}"/>
              </a:ext>
            </a:extLst>
          </p:cNvPr>
          <p:cNvCxnSpPr>
            <a:stCxn id="4" idx="3"/>
          </p:cNvCxnSpPr>
          <p:nvPr/>
        </p:nvCxnSpPr>
        <p:spPr>
          <a:xfrm>
            <a:off x="685800" y="3090334"/>
            <a:ext cx="528893" cy="31314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2CCDE2-169F-1301-8146-0EA37653FCEC}"/>
              </a:ext>
            </a:extLst>
          </p:cNvPr>
          <p:cNvCxnSpPr/>
          <p:nvPr/>
        </p:nvCxnSpPr>
        <p:spPr>
          <a:xfrm flipH="1">
            <a:off x="1219201" y="6225447"/>
            <a:ext cx="7319554" cy="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6A0A325-4462-3616-E4E1-8144F3910E1A}"/>
              </a:ext>
            </a:extLst>
          </p:cNvPr>
          <p:cNvSpPr/>
          <p:nvPr/>
        </p:nvSpPr>
        <p:spPr>
          <a:xfrm>
            <a:off x="1219244" y="5965813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5603B9-C292-6F3D-417C-9AB4C9FE0FF3}"/>
              </a:ext>
            </a:extLst>
          </p:cNvPr>
          <p:cNvSpPr/>
          <p:nvPr/>
        </p:nvSpPr>
        <p:spPr>
          <a:xfrm>
            <a:off x="1717583" y="811384"/>
            <a:ext cx="4955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CC66B2-0F8F-D812-A51F-CB7120896646}"/>
              </a:ext>
            </a:extLst>
          </p:cNvPr>
          <p:cNvCxnSpPr>
            <a:stCxn id="25" idx="2"/>
          </p:cNvCxnSpPr>
          <p:nvPr/>
        </p:nvCxnSpPr>
        <p:spPr>
          <a:xfrm flipH="1">
            <a:off x="1718733" y="1075266"/>
            <a:ext cx="265853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A21D276-F6EC-49E8-DF0E-D0205D1B6C5B}"/>
              </a:ext>
            </a:extLst>
          </p:cNvPr>
          <p:cNvSpPr txBox="1"/>
          <p:nvPr/>
        </p:nvSpPr>
        <p:spPr>
          <a:xfrm>
            <a:off x="5488684" y="1259931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5568AB-B8B8-8441-F827-B2E5E8F65876}"/>
              </a:ext>
            </a:extLst>
          </p:cNvPr>
          <p:cNvSpPr/>
          <p:nvPr/>
        </p:nvSpPr>
        <p:spPr>
          <a:xfrm>
            <a:off x="4377267" y="939799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F99EDD-628E-7A3F-78DA-C06BC3D09E74}"/>
              </a:ext>
            </a:extLst>
          </p:cNvPr>
          <p:cNvCxnSpPr>
            <a:endCxn id="25" idx="5"/>
          </p:cNvCxnSpPr>
          <p:nvPr/>
        </p:nvCxnSpPr>
        <p:spPr>
          <a:xfrm flipH="1" flipV="1">
            <a:off x="4601296" y="117105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DB9F19-3A4A-A939-8CF9-5DE7BA777459}"/>
              </a:ext>
            </a:extLst>
          </p:cNvPr>
          <p:cNvCxnSpPr/>
          <p:nvPr/>
        </p:nvCxnSpPr>
        <p:spPr>
          <a:xfrm>
            <a:off x="4880021" y="1528802"/>
            <a:ext cx="36313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EA64456-7DDE-63DB-E315-669D245CCAF4}"/>
              </a:ext>
            </a:extLst>
          </p:cNvPr>
          <p:cNvCxnSpPr>
            <a:stCxn id="25" idx="7"/>
          </p:cNvCxnSpPr>
          <p:nvPr/>
        </p:nvCxnSpPr>
        <p:spPr>
          <a:xfrm flipV="1">
            <a:off x="4601296" y="705934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9EDFA1E-F75D-3BA8-563D-C794D50B9E29}"/>
              </a:ext>
            </a:extLst>
          </p:cNvPr>
          <p:cNvCxnSpPr>
            <a:endCxn id="47" idx="1"/>
          </p:cNvCxnSpPr>
          <p:nvPr/>
        </p:nvCxnSpPr>
        <p:spPr>
          <a:xfrm>
            <a:off x="4953000" y="705933"/>
            <a:ext cx="35423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9BDC03C-9F39-7203-C8F5-6D6CC10CB8C4}"/>
              </a:ext>
            </a:extLst>
          </p:cNvPr>
          <p:cNvSpPr txBox="1"/>
          <p:nvPr/>
        </p:nvSpPr>
        <p:spPr>
          <a:xfrm>
            <a:off x="5488684" y="419191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B8C0B70-DB81-AD49-8476-EA09AF44A67C}"/>
              </a:ext>
            </a:extLst>
          </p:cNvPr>
          <p:cNvSpPr/>
          <p:nvPr/>
        </p:nvSpPr>
        <p:spPr>
          <a:xfrm>
            <a:off x="1095146" y="2829885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7DA454-175D-0232-BF51-F928B70ADE72}"/>
              </a:ext>
            </a:extLst>
          </p:cNvPr>
          <p:cNvSpPr txBox="1"/>
          <p:nvPr/>
        </p:nvSpPr>
        <p:spPr>
          <a:xfrm>
            <a:off x="3626237" y="3844580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= 4</a:t>
            </a:r>
            <a:endParaRPr lang="nl-NL" sz="1400" i="1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E6A4C99-12DE-45DF-1CE8-7692FD720B90}"/>
              </a:ext>
            </a:extLst>
          </p:cNvPr>
          <p:cNvSpPr/>
          <p:nvPr/>
        </p:nvSpPr>
        <p:spPr>
          <a:xfrm>
            <a:off x="2836333" y="2952232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D69C22F-50F9-B081-97AC-81A0F2D85C66}"/>
              </a:ext>
            </a:extLst>
          </p:cNvPr>
          <p:cNvCxnSpPr>
            <a:endCxn id="59" idx="5"/>
          </p:cNvCxnSpPr>
          <p:nvPr/>
        </p:nvCxnSpPr>
        <p:spPr>
          <a:xfrm flipH="1" flipV="1">
            <a:off x="3060362" y="3183489"/>
            <a:ext cx="304498" cy="925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BEA8C44-4E61-0D68-8D95-802E8EEA6C73}"/>
              </a:ext>
            </a:extLst>
          </p:cNvPr>
          <p:cNvCxnSpPr/>
          <p:nvPr/>
        </p:nvCxnSpPr>
        <p:spPr>
          <a:xfrm flipV="1">
            <a:off x="3364860" y="4101654"/>
            <a:ext cx="1507064" cy="7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FEE0A91-EA96-8639-C15C-9B633C3E88C4}"/>
              </a:ext>
            </a:extLst>
          </p:cNvPr>
          <p:cNvCxnSpPr>
            <a:stCxn id="59" idx="7"/>
          </p:cNvCxnSpPr>
          <p:nvPr/>
        </p:nvCxnSpPr>
        <p:spPr>
          <a:xfrm flipV="1">
            <a:off x="3060362" y="2718367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B967B4F-F2AF-B854-FF20-88C1998FBB28}"/>
              </a:ext>
            </a:extLst>
          </p:cNvPr>
          <p:cNvCxnSpPr/>
          <p:nvPr/>
        </p:nvCxnSpPr>
        <p:spPr>
          <a:xfrm>
            <a:off x="3412066" y="2718366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E4A6969-CFC8-E2D0-D66A-90359C97EF57}"/>
              </a:ext>
            </a:extLst>
          </p:cNvPr>
          <p:cNvSpPr txBox="1"/>
          <p:nvPr/>
        </p:nvSpPr>
        <p:spPr>
          <a:xfrm>
            <a:off x="3626237" y="2467018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&lt;= 3 </a:t>
            </a:r>
            <a:endParaRPr lang="nl-NL" sz="1400" i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BD52A3E-A75A-42C6-838C-44AB4F1C895A}"/>
              </a:ext>
            </a:extLst>
          </p:cNvPr>
          <p:cNvSpPr/>
          <p:nvPr/>
        </p:nvSpPr>
        <p:spPr>
          <a:xfrm>
            <a:off x="4848602" y="2611798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BFDDD15-E7DC-55B6-01FB-A8D9B07767B1}"/>
              </a:ext>
            </a:extLst>
          </p:cNvPr>
          <p:cNvCxnSpPr>
            <a:stCxn id="68" idx="3"/>
          </p:cNvCxnSpPr>
          <p:nvPr/>
        </p:nvCxnSpPr>
        <p:spPr>
          <a:xfrm flipV="1">
            <a:off x="5068735" y="2349034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5337BAAA-BC50-C97D-9A60-44803FC1EEDA}"/>
              </a:ext>
            </a:extLst>
          </p:cNvPr>
          <p:cNvSpPr/>
          <p:nvPr/>
        </p:nvSpPr>
        <p:spPr>
          <a:xfrm>
            <a:off x="5488684" y="2083753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B4190DD-A148-9D6C-5BB8-549356A74DA0}"/>
              </a:ext>
            </a:extLst>
          </p:cNvPr>
          <p:cNvCxnSpPr/>
          <p:nvPr/>
        </p:nvCxnSpPr>
        <p:spPr>
          <a:xfrm>
            <a:off x="5531787" y="2349034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74C7CFA-2308-72AA-D042-9E3656C0BAD1}"/>
              </a:ext>
            </a:extLst>
          </p:cNvPr>
          <p:cNvSpPr/>
          <p:nvPr/>
        </p:nvSpPr>
        <p:spPr>
          <a:xfrm>
            <a:off x="5488684" y="2841265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BE7435D-4605-ECDB-14E0-B4EAF43707BB}"/>
              </a:ext>
            </a:extLst>
          </p:cNvPr>
          <p:cNvCxnSpPr/>
          <p:nvPr/>
        </p:nvCxnSpPr>
        <p:spPr>
          <a:xfrm flipH="1" flipV="1">
            <a:off x="5080730" y="2738385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F366F08-0B04-029C-E825-5563E40B56F2}"/>
              </a:ext>
            </a:extLst>
          </p:cNvPr>
          <p:cNvCxnSpPr/>
          <p:nvPr/>
        </p:nvCxnSpPr>
        <p:spPr>
          <a:xfrm flipV="1">
            <a:off x="5364701" y="3090333"/>
            <a:ext cx="3146718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82C2CAFA-E82F-C3C8-9C50-08E84F954C6F}"/>
              </a:ext>
            </a:extLst>
          </p:cNvPr>
          <p:cNvSpPr/>
          <p:nvPr/>
        </p:nvSpPr>
        <p:spPr>
          <a:xfrm>
            <a:off x="4880021" y="3990697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9904A8C-6FCB-47C4-CA0B-14EA6F9A0C0E}"/>
              </a:ext>
            </a:extLst>
          </p:cNvPr>
          <p:cNvCxnSpPr>
            <a:stCxn id="90" idx="3"/>
          </p:cNvCxnSpPr>
          <p:nvPr/>
        </p:nvCxnSpPr>
        <p:spPr>
          <a:xfrm flipV="1">
            <a:off x="5100154" y="3727933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5721833-2D90-1284-74CC-051F81FECBED}"/>
              </a:ext>
            </a:extLst>
          </p:cNvPr>
          <p:cNvCxnSpPr/>
          <p:nvPr/>
        </p:nvCxnSpPr>
        <p:spPr>
          <a:xfrm>
            <a:off x="5563206" y="3727933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2F6912B-1296-BF5F-17CF-B264D24BFFFE}"/>
              </a:ext>
            </a:extLst>
          </p:cNvPr>
          <p:cNvCxnSpPr/>
          <p:nvPr/>
        </p:nvCxnSpPr>
        <p:spPr>
          <a:xfrm flipH="1" flipV="1">
            <a:off x="5112149" y="4117284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0B998B8-B444-55B4-1CD4-2A1BD67E6B84}"/>
              </a:ext>
            </a:extLst>
          </p:cNvPr>
          <p:cNvSpPr txBox="1"/>
          <p:nvPr/>
        </p:nvSpPr>
        <p:spPr>
          <a:xfrm>
            <a:off x="3626237" y="5169434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&gt;=5</a:t>
            </a:r>
            <a:endParaRPr lang="nl-NL" sz="1400" i="1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AF1B765-87AA-2CBF-6625-BBA3F0DEDCCF}"/>
              </a:ext>
            </a:extLst>
          </p:cNvPr>
          <p:cNvCxnSpPr>
            <a:endCxn id="59" idx="4"/>
          </p:cNvCxnSpPr>
          <p:nvPr/>
        </p:nvCxnSpPr>
        <p:spPr>
          <a:xfrm flipH="1" flipV="1">
            <a:off x="2967566" y="3223166"/>
            <a:ext cx="405209" cy="2209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9014A98-0A28-A00A-0687-F9F9B95C7E2F}"/>
              </a:ext>
            </a:extLst>
          </p:cNvPr>
          <p:cNvCxnSpPr/>
          <p:nvPr/>
        </p:nvCxnSpPr>
        <p:spPr>
          <a:xfrm>
            <a:off x="3364860" y="5432406"/>
            <a:ext cx="15155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240BE5E-592F-6D4F-9E53-99462086FA5F}"/>
              </a:ext>
            </a:extLst>
          </p:cNvPr>
          <p:cNvSpPr/>
          <p:nvPr/>
        </p:nvSpPr>
        <p:spPr>
          <a:xfrm>
            <a:off x="4892016" y="5316479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71390F4-79C1-2A67-8985-C563CD4A1CA5}"/>
              </a:ext>
            </a:extLst>
          </p:cNvPr>
          <p:cNvCxnSpPr>
            <a:stCxn id="114" idx="3"/>
          </p:cNvCxnSpPr>
          <p:nvPr/>
        </p:nvCxnSpPr>
        <p:spPr>
          <a:xfrm flipV="1">
            <a:off x="5112149" y="5053715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37E9505-38B2-C06D-691F-D14B71904D0D}"/>
              </a:ext>
            </a:extLst>
          </p:cNvPr>
          <p:cNvCxnSpPr>
            <a:endCxn id="151" idx="2"/>
          </p:cNvCxnSpPr>
          <p:nvPr/>
        </p:nvCxnSpPr>
        <p:spPr>
          <a:xfrm flipV="1">
            <a:off x="5575201" y="5052210"/>
            <a:ext cx="914699" cy="1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A0A5AF9-231C-5F3C-DAF2-5B691228493C}"/>
              </a:ext>
            </a:extLst>
          </p:cNvPr>
          <p:cNvCxnSpPr/>
          <p:nvPr/>
        </p:nvCxnSpPr>
        <p:spPr>
          <a:xfrm flipH="1" flipV="1">
            <a:off x="5124144" y="544306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185BA74F-3A8C-BBC8-D96D-20DA04CA1852}"/>
              </a:ext>
            </a:extLst>
          </p:cNvPr>
          <p:cNvSpPr/>
          <p:nvPr/>
        </p:nvSpPr>
        <p:spPr>
          <a:xfrm>
            <a:off x="6428875" y="2218840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4DFF475-16BA-EB25-0F8D-1860AEA2A4CA}"/>
              </a:ext>
            </a:extLst>
          </p:cNvPr>
          <p:cNvCxnSpPr/>
          <p:nvPr/>
        </p:nvCxnSpPr>
        <p:spPr>
          <a:xfrm flipV="1">
            <a:off x="6695837" y="2048373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9AFD4D6-2CCD-ADD9-87D8-3CE941122D41}"/>
              </a:ext>
            </a:extLst>
          </p:cNvPr>
          <p:cNvCxnSpPr/>
          <p:nvPr/>
        </p:nvCxnSpPr>
        <p:spPr>
          <a:xfrm>
            <a:off x="7047541" y="2048372"/>
            <a:ext cx="146387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3F928168-0436-62F9-F25F-F85ED4198857}"/>
              </a:ext>
            </a:extLst>
          </p:cNvPr>
          <p:cNvSpPr txBox="1"/>
          <p:nvPr/>
        </p:nvSpPr>
        <p:spPr>
          <a:xfrm>
            <a:off x="6943145" y="1767525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C1C658-903B-C0AD-587C-97FD6B76F8D6}"/>
              </a:ext>
            </a:extLst>
          </p:cNvPr>
          <p:cNvCxnSpPr/>
          <p:nvPr/>
        </p:nvCxnSpPr>
        <p:spPr>
          <a:xfrm flipV="1">
            <a:off x="5396120" y="4461799"/>
            <a:ext cx="3130640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68C0D11-0B06-D38E-6B46-9919828DC592}"/>
              </a:ext>
            </a:extLst>
          </p:cNvPr>
          <p:cNvCxnSpPr/>
          <p:nvPr/>
        </p:nvCxnSpPr>
        <p:spPr>
          <a:xfrm flipV="1">
            <a:off x="5408115" y="5796192"/>
            <a:ext cx="3118645" cy="85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C8B876BC-53AA-0F6D-2F97-5DBA4DEC8F14}"/>
              </a:ext>
            </a:extLst>
          </p:cNvPr>
          <p:cNvSpPr/>
          <p:nvPr/>
        </p:nvSpPr>
        <p:spPr>
          <a:xfrm>
            <a:off x="6444953" y="3597355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09ECCA6-FA83-F0AA-0E03-1147253821C4}"/>
              </a:ext>
            </a:extLst>
          </p:cNvPr>
          <p:cNvCxnSpPr>
            <a:stCxn id="139" idx="7"/>
          </p:cNvCxnSpPr>
          <p:nvPr/>
        </p:nvCxnSpPr>
        <p:spPr>
          <a:xfrm flipV="1">
            <a:off x="6668982" y="3426888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A60C81F-1DB2-5D73-7CA1-3AAE9D6F54CB}"/>
              </a:ext>
            </a:extLst>
          </p:cNvPr>
          <p:cNvCxnSpPr/>
          <p:nvPr/>
        </p:nvCxnSpPr>
        <p:spPr>
          <a:xfrm>
            <a:off x="7063619" y="3426887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74661DA-615D-999E-C311-43C6B9366DE7}"/>
              </a:ext>
            </a:extLst>
          </p:cNvPr>
          <p:cNvCxnSpPr>
            <a:endCxn id="139" idx="5"/>
          </p:cNvCxnSpPr>
          <p:nvPr/>
        </p:nvCxnSpPr>
        <p:spPr>
          <a:xfrm flipH="1" flipV="1">
            <a:off x="6668982" y="3828612"/>
            <a:ext cx="306331" cy="350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75C5A49B-8A55-1176-5B3D-A763F85C8BDD}"/>
              </a:ext>
            </a:extLst>
          </p:cNvPr>
          <p:cNvCxnSpPr/>
          <p:nvPr/>
        </p:nvCxnSpPr>
        <p:spPr>
          <a:xfrm>
            <a:off x="6970066" y="4179020"/>
            <a:ext cx="1547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06B917E3-7570-010C-258A-0EFC3EAFAEE6}"/>
              </a:ext>
            </a:extLst>
          </p:cNvPr>
          <p:cNvSpPr/>
          <p:nvPr/>
        </p:nvSpPr>
        <p:spPr>
          <a:xfrm>
            <a:off x="6489900" y="4916743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B34CD68-2644-E35A-7048-EDE1E617D9E2}"/>
              </a:ext>
            </a:extLst>
          </p:cNvPr>
          <p:cNvCxnSpPr>
            <a:stCxn id="151" idx="7"/>
          </p:cNvCxnSpPr>
          <p:nvPr/>
        </p:nvCxnSpPr>
        <p:spPr>
          <a:xfrm flipV="1">
            <a:off x="6713929" y="4746276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77D3078-B326-3903-9F8B-3181FF08820C}"/>
              </a:ext>
            </a:extLst>
          </p:cNvPr>
          <p:cNvCxnSpPr/>
          <p:nvPr/>
        </p:nvCxnSpPr>
        <p:spPr>
          <a:xfrm>
            <a:off x="7108566" y="4746275"/>
            <a:ext cx="141819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00FA3398-F2CB-A397-72F0-006AC38686C6}"/>
              </a:ext>
            </a:extLst>
          </p:cNvPr>
          <p:cNvCxnSpPr/>
          <p:nvPr/>
        </p:nvCxnSpPr>
        <p:spPr>
          <a:xfrm>
            <a:off x="7117665" y="5525466"/>
            <a:ext cx="1409095" cy="1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443D442-B95C-2CA4-113D-F4844DE97292}"/>
              </a:ext>
            </a:extLst>
          </p:cNvPr>
          <p:cNvSpPr/>
          <p:nvPr/>
        </p:nvSpPr>
        <p:spPr>
          <a:xfrm>
            <a:off x="8660762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EC5F0A4-FCAA-DFC0-304E-D59A18813DFB}"/>
              </a:ext>
            </a:extLst>
          </p:cNvPr>
          <p:cNvSpPr/>
          <p:nvPr/>
        </p:nvSpPr>
        <p:spPr>
          <a:xfrm>
            <a:off x="8660762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8C5BC07-BC50-EEBE-28CC-DE0D19C67355}"/>
              </a:ext>
            </a:extLst>
          </p:cNvPr>
          <p:cNvSpPr/>
          <p:nvPr/>
        </p:nvSpPr>
        <p:spPr>
          <a:xfrm>
            <a:off x="8657771" y="60730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019920E-31A7-E6A3-C167-F5E4D7121397}"/>
              </a:ext>
            </a:extLst>
          </p:cNvPr>
          <p:cNvSpPr/>
          <p:nvPr/>
        </p:nvSpPr>
        <p:spPr>
          <a:xfrm>
            <a:off x="8640188" y="167546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C8D9563-DE19-E9B6-7A99-814E6EE9A69F}"/>
              </a:ext>
            </a:extLst>
          </p:cNvPr>
          <p:cNvSpPr/>
          <p:nvPr/>
        </p:nvSpPr>
        <p:spPr>
          <a:xfrm>
            <a:off x="9857346" y="167546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Pay-off</a:t>
            </a:r>
            <a:endParaRPr lang="nl-NL" sz="1400" b="1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F9EF0E8-A233-F7C1-E85F-D06D8F2D257E}"/>
              </a:ext>
            </a:extLst>
          </p:cNvPr>
          <p:cNvSpPr/>
          <p:nvPr/>
        </p:nvSpPr>
        <p:spPr>
          <a:xfrm>
            <a:off x="9857346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41AC56E-5223-D6AF-38D6-2322E0467459}"/>
              </a:ext>
            </a:extLst>
          </p:cNvPr>
          <p:cNvSpPr/>
          <p:nvPr/>
        </p:nvSpPr>
        <p:spPr>
          <a:xfrm>
            <a:off x="9857346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06512FA-7666-0BED-A3D6-1C2B5E992C26}"/>
              </a:ext>
            </a:extLst>
          </p:cNvPr>
          <p:cNvSpPr/>
          <p:nvPr/>
        </p:nvSpPr>
        <p:spPr>
          <a:xfrm>
            <a:off x="9857346" y="606916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50E7F20-0EA3-977E-AA19-D2D62E9E5E91}"/>
              </a:ext>
            </a:extLst>
          </p:cNvPr>
          <p:cNvSpPr/>
          <p:nvPr/>
        </p:nvSpPr>
        <p:spPr>
          <a:xfrm>
            <a:off x="4737845" y="831699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.778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F1E4825-5A64-DF86-4895-50E070EE43E6}"/>
              </a:ext>
            </a:extLst>
          </p:cNvPr>
          <p:cNvSpPr/>
          <p:nvPr/>
        </p:nvSpPr>
        <p:spPr>
          <a:xfrm>
            <a:off x="4737845" y="1248347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.222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EC33AB5-1C58-363A-57F6-46F360853994}"/>
              </a:ext>
            </a:extLst>
          </p:cNvPr>
          <p:cNvSpPr/>
          <p:nvPr/>
        </p:nvSpPr>
        <p:spPr>
          <a:xfrm>
            <a:off x="8660762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2BDC814-BF57-C2A4-5BEA-ED8E3284D877}"/>
              </a:ext>
            </a:extLst>
          </p:cNvPr>
          <p:cNvSpPr/>
          <p:nvPr/>
        </p:nvSpPr>
        <p:spPr>
          <a:xfrm>
            <a:off x="9857346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0A20A79-1E8A-5797-2B20-76F839402C76}"/>
              </a:ext>
            </a:extLst>
          </p:cNvPr>
          <p:cNvSpPr/>
          <p:nvPr/>
        </p:nvSpPr>
        <p:spPr>
          <a:xfrm>
            <a:off x="8660762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4FD08A9-F8FA-5FD7-B4E8-39391D8DCB07}"/>
              </a:ext>
            </a:extLst>
          </p:cNvPr>
          <p:cNvSpPr/>
          <p:nvPr/>
        </p:nvSpPr>
        <p:spPr>
          <a:xfrm>
            <a:off x="9857346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3B685FC-7562-CCDC-223B-5EA29612C35C}"/>
              </a:ext>
            </a:extLst>
          </p:cNvPr>
          <p:cNvCxnSpPr/>
          <p:nvPr/>
        </p:nvCxnSpPr>
        <p:spPr>
          <a:xfrm flipH="1" flipV="1">
            <a:off x="6713929" y="5148000"/>
            <a:ext cx="403736" cy="377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6BD822B6-84FA-AF58-271A-164B74D8E250}"/>
              </a:ext>
            </a:extLst>
          </p:cNvPr>
          <p:cNvSpPr/>
          <p:nvPr/>
        </p:nvSpPr>
        <p:spPr>
          <a:xfrm>
            <a:off x="8660762" y="3342796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EE34912-4A2D-6BDA-AEA5-292796B1F907}"/>
              </a:ext>
            </a:extLst>
          </p:cNvPr>
          <p:cNvSpPr/>
          <p:nvPr/>
        </p:nvSpPr>
        <p:spPr>
          <a:xfrm>
            <a:off x="9861277" y="3342796"/>
            <a:ext cx="963054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127D4EE-10F6-9FF0-8B81-FD78D8D3D56E}"/>
              </a:ext>
            </a:extLst>
          </p:cNvPr>
          <p:cNvSpPr/>
          <p:nvPr/>
        </p:nvSpPr>
        <p:spPr>
          <a:xfrm>
            <a:off x="8657771" y="432299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FF8F492-124A-F314-27D8-643BE6D96577}"/>
              </a:ext>
            </a:extLst>
          </p:cNvPr>
          <p:cNvSpPr/>
          <p:nvPr/>
        </p:nvSpPr>
        <p:spPr>
          <a:xfrm>
            <a:off x="9857346" y="4322997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305CFEC-C550-A7D7-971B-D45664F48379}"/>
              </a:ext>
            </a:extLst>
          </p:cNvPr>
          <p:cNvSpPr/>
          <p:nvPr/>
        </p:nvSpPr>
        <p:spPr>
          <a:xfrm>
            <a:off x="8660762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033F517-6A7E-3555-FEB5-E3DEFCE3C30B}"/>
              </a:ext>
            </a:extLst>
          </p:cNvPr>
          <p:cNvSpPr/>
          <p:nvPr/>
        </p:nvSpPr>
        <p:spPr>
          <a:xfrm>
            <a:off x="9857346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F926638-6A66-D528-F461-58CF4FFB7320}"/>
              </a:ext>
            </a:extLst>
          </p:cNvPr>
          <p:cNvSpPr/>
          <p:nvPr/>
        </p:nvSpPr>
        <p:spPr>
          <a:xfrm>
            <a:off x="6843610" y="2176021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B590FC9-9A66-F118-D68B-CB18332B1984}"/>
              </a:ext>
            </a:extLst>
          </p:cNvPr>
          <p:cNvSpPr/>
          <p:nvPr/>
        </p:nvSpPr>
        <p:spPr>
          <a:xfrm>
            <a:off x="3340373" y="2804693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A6238E8-BBE1-AD50-F2F4-C02D75F9FB93}"/>
              </a:ext>
            </a:extLst>
          </p:cNvPr>
          <p:cNvSpPr/>
          <p:nvPr/>
        </p:nvSpPr>
        <p:spPr>
          <a:xfrm>
            <a:off x="8657771" y="470610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7628AC5-DD40-36B9-3F5D-2E72C6A2A56A}"/>
              </a:ext>
            </a:extLst>
          </p:cNvPr>
          <p:cNvSpPr/>
          <p:nvPr/>
        </p:nvSpPr>
        <p:spPr>
          <a:xfrm>
            <a:off x="9857346" y="4706107"/>
            <a:ext cx="96386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8CC2FE9-0E6D-6A76-F523-D84F3EF031C4}"/>
              </a:ext>
            </a:extLst>
          </p:cNvPr>
          <p:cNvSpPr/>
          <p:nvPr/>
        </p:nvSpPr>
        <p:spPr>
          <a:xfrm>
            <a:off x="8657771" y="5676783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1EA822D-9AC8-4976-B00D-E86B033B79DB}"/>
              </a:ext>
            </a:extLst>
          </p:cNvPr>
          <p:cNvSpPr/>
          <p:nvPr/>
        </p:nvSpPr>
        <p:spPr>
          <a:xfrm>
            <a:off x="9857346" y="5676783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F677035-C573-AC15-BCB9-322B76740A77}"/>
              </a:ext>
            </a:extLst>
          </p:cNvPr>
          <p:cNvSpPr/>
          <p:nvPr/>
        </p:nvSpPr>
        <p:spPr>
          <a:xfrm>
            <a:off x="8657771" y="52957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D89CFF5-6917-AEE3-1374-04A616FB0289}"/>
              </a:ext>
            </a:extLst>
          </p:cNvPr>
          <p:cNvSpPr/>
          <p:nvPr/>
        </p:nvSpPr>
        <p:spPr>
          <a:xfrm>
            <a:off x="9857346" y="5297045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44A0843-9790-6E04-5A74-7A8FCF7A29CE}"/>
              </a:ext>
            </a:extLst>
          </p:cNvPr>
          <p:cNvSpPr/>
          <p:nvPr/>
        </p:nvSpPr>
        <p:spPr>
          <a:xfrm>
            <a:off x="3340373" y="3755344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.167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B4DCC9E-0A53-4234-E6E9-B019A3C99435}"/>
              </a:ext>
            </a:extLst>
          </p:cNvPr>
          <p:cNvSpPr/>
          <p:nvPr/>
        </p:nvSpPr>
        <p:spPr>
          <a:xfrm>
            <a:off x="6919893" y="3517151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.667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1EE03D4-9376-9A95-C0E3-CDC7B8410C72}"/>
              </a:ext>
            </a:extLst>
          </p:cNvPr>
          <p:cNvSpPr/>
          <p:nvPr/>
        </p:nvSpPr>
        <p:spPr>
          <a:xfrm>
            <a:off x="6919893" y="3984692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.333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A9C669C-2155-F9E3-DFC9-2E177DCDF4CD}"/>
              </a:ext>
            </a:extLst>
          </p:cNvPr>
          <p:cNvSpPr/>
          <p:nvPr/>
        </p:nvSpPr>
        <p:spPr>
          <a:xfrm>
            <a:off x="5527131" y="3474201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B056599-8DB7-F090-172C-2523DA03AEDF}"/>
              </a:ext>
            </a:extLst>
          </p:cNvPr>
          <p:cNvSpPr/>
          <p:nvPr/>
        </p:nvSpPr>
        <p:spPr>
          <a:xfrm>
            <a:off x="5527131" y="4231713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6C2F76E-61A6-EF60-2447-D770CE198E15}"/>
              </a:ext>
            </a:extLst>
          </p:cNvPr>
          <p:cNvSpPr/>
          <p:nvPr/>
        </p:nvSpPr>
        <p:spPr>
          <a:xfrm>
            <a:off x="5555681" y="4799124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C77401-FD56-164B-ECC8-C0D0C94CE17C}"/>
              </a:ext>
            </a:extLst>
          </p:cNvPr>
          <p:cNvSpPr/>
          <p:nvPr/>
        </p:nvSpPr>
        <p:spPr>
          <a:xfrm>
            <a:off x="5555681" y="5556636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8DCAABC-D2F3-DE4D-4541-0E865C75CA2F}"/>
              </a:ext>
            </a:extLst>
          </p:cNvPr>
          <p:cNvSpPr/>
          <p:nvPr/>
        </p:nvSpPr>
        <p:spPr>
          <a:xfrm>
            <a:off x="3340373" y="5106901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.333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266C2DC-8CE5-41A0-E08A-C33FF122CB0A}"/>
              </a:ext>
            </a:extLst>
          </p:cNvPr>
          <p:cNvSpPr/>
          <p:nvPr/>
        </p:nvSpPr>
        <p:spPr>
          <a:xfrm>
            <a:off x="7055018" y="4806820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734C9AD-AEDD-7381-965A-FF94940DEE19}"/>
              </a:ext>
            </a:extLst>
          </p:cNvPr>
          <p:cNvSpPr/>
          <p:nvPr/>
        </p:nvSpPr>
        <p:spPr>
          <a:xfrm>
            <a:off x="7098584" y="5359261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92D4934-0817-FACF-5DE6-35C9A0F6A485}"/>
              </a:ext>
            </a:extLst>
          </p:cNvPr>
          <p:cNvSpPr txBox="1"/>
          <p:nvPr/>
        </p:nvSpPr>
        <p:spPr>
          <a:xfrm>
            <a:off x="7285890" y="3161277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A4ED540-136B-CE89-91BE-81AD5C603B1B}"/>
              </a:ext>
            </a:extLst>
          </p:cNvPr>
          <p:cNvSpPr txBox="1"/>
          <p:nvPr/>
        </p:nvSpPr>
        <p:spPr>
          <a:xfrm>
            <a:off x="7314440" y="4513391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377715A-408F-2754-2AAD-FEDE63869C3B}"/>
              </a:ext>
            </a:extLst>
          </p:cNvPr>
          <p:cNvSpPr txBox="1"/>
          <p:nvPr/>
        </p:nvSpPr>
        <p:spPr>
          <a:xfrm>
            <a:off x="7314304" y="5274756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FA90213-F8F8-9387-D978-B6E904F8896D}"/>
              </a:ext>
            </a:extLst>
          </p:cNvPr>
          <p:cNvSpPr txBox="1"/>
          <p:nvPr/>
        </p:nvSpPr>
        <p:spPr>
          <a:xfrm>
            <a:off x="7317865" y="3892252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78E4F-0D53-8C35-9E31-A43657536F41}"/>
              </a:ext>
            </a:extLst>
          </p:cNvPr>
          <p:cNvSpPr/>
          <p:nvPr/>
        </p:nvSpPr>
        <p:spPr>
          <a:xfrm>
            <a:off x="2213168" y="868148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i="1" dirty="0">
                <a:solidFill>
                  <a:schemeClr val="tx1"/>
                </a:solidFill>
              </a:rPr>
              <a:t>-1 €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3A997-FDB8-43F4-64A7-6BE94B847601}"/>
              </a:ext>
            </a:extLst>
          </p:cNvPr>
          <p:cNvSpPr/>
          <p:nvPr/>
        </p:nvSpPr>
        <p:spPr>
          <a:xfrm>
            <a:off x="2200105" y="2874676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i="1" dirty="0">
                <a:solidFill>
                  <a:schemeClr val="tx1"/>
                </a:solidFill>
              </a:rPr>
              <a:t>1 €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F57C32-846A-A71C-6760-294ED0726B8C}"/>
              </a:ext>
            </a:extLst>
          </p:cNvPr>
          <p:cNvSpPr/>
          <p:nvPr/>
        </p:nvSpPr>
        <p:spPr>
          <a:xfrm>
            <a:off x="2213168" y="6007826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i="1" dirty="0">
                <a:solidFill>
                  <a:schemeClr val="tx1"/>
                </a:solidFill>
              </a:rPr>
              <a:t>0 €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D6214-A353-A244-1901-60BD7A49FCFB}"/>
              </a:ext>
            </a:extLst>
          </p:cNvPr>
          <p:cNvSpPr/>
          <p:nvPr/>
        </p:nvSpPr>
        <p:spPr>
          <a:xfrm>
            <a:off x="5791981" y="1974019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i="1" dirty="0">
                <a:solidFill>
                  <a:schemeClr val="tx1"/>
                </a:solidFill>
              </a:rPr>
              <a:t>-10</a:t>
            </a:r>
            <a:r>
              <a:rPr lang="en-GB" sz="1000" i="1" dirty="0">
                <a:solidFill>
                  <a:schemeClr val="tx1"/>
                </a:solidFill>
              </a:rPr>
              <a:t>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45BF-FCC1-2241-4FDA-344DD0995D74}"/>
              </a:ext>
            </a:extLst>
          </p:cNvPr>
          <p:cNvSpPr/>
          <p:nvPr/>
        </p:nvSpPr>
        <p:spPr>
          <a:xfrm>
            <a:off x="5795432" y="2723659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i="1" dirty="0">
                <a:solidFill>
                  <a:schemeClr val="tx1"/>
                </a:solidFill>
              </a:rPr>
              <a:t>-</a:t>
            </a:r>
            <a:r>
              <a:rPr lang="en-GB" sz="1000" i="1" dirty="0">
                <a:solidFill>
                  <a:schemeClr val="tx1"/>
                </a:solidFill>
              </a:rPr>
              <a:t>4 €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E37B34-BF23-7EC0-1C46-D1A24B9AD5AC}"/>
              </a:ext>
            </a:extLst>
          </p:cNvPr>
          <p:cNvSpPr/>
          <p:nvPr/>
        </p:nvSpPr>
        <p:spPr>
          <a:xfrm>
            <a:off x="5799664" y="3350955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i="1" dirty="0">
                <a:solidFill>
                  <a:schemeClr val="tx1"/>
                </a:solidFill>
              </a:rPr>
              <a:t>2 €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B6B1AC-C967-5B7C-F79E-351492A31AC7}"/>
              </a:ext>
            </a:extLst>
          </p:cNvPr>
          <p:cNvSpPr/>
          <p:nvPr/>
        </p:nvSpPr>
        <p:spPr>
          <a:xfrm>
            <a:off x="5827740" y="4123861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i="1" dirty="0">
                <a:solidFill>
                  <a:schemeClr val="tx1"/>
                </a:solidFill>
              </a:rPr>
              <a:t>-</a:t>
            </a:r>
            <a:r>
              <a:rPr lang="en-GB" sz="1000" i="1" dirty="0">
                <a:solidFill>
                  <a:schemeClr val="tx1"/>
                </a:solidFill>
              </a:rPr>
              <a:t>4 €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D63A4B-E253-EC1F-693B-20850BDE99B7}"/>
              </a:ext>
            </a:extLst>
          </p:cNvPr>
          <p:cNvSpPr/>
          <p:nvPr/>
        </p:nvSpPr>
        <p:spPr>
          <a:xfrm>
            <a:off x="5864701" y="4693105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i="1" dirty="0">
                <a:solidFill>
                  <a:schemeClr val="tx1"/>
                </a:solidFill>
              </a:rPr>
              <a:t>8 €</a:t>
            </a:r>
            <a:endParaRPr lang="nl-NL" sz="1000" i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B8E3B6-996A-ED2D-0DCD-ADA0DE7943A5}"/>
              </a:ext>
            </a:extLst>
          </p:cNvPr>
          <p:cNvSpPr/>
          <p:nvPr/>
        </p:nvSpPr>
        <p:spPr>
          <a:xfrm>
            <a:off x="5892265" y="5447538"/>
            <a:ext cx="601135" cy="194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i="1" dirty="0">
                <a:solidFill>
                  <a:schemeClr val="tx1"/>
                </a:solidFill>
              </a:rPr>
              <a:t>-</a:t>
            </a:r>
            <a:r>
              <a:rPr lang="en-GB" sz="1000" i="1" dirty="0">
                <a:solidFill>
                  <a:schemeClr val="tx1"/>
                </a:solidFill>
              </a:rPr>
              <a:t>4 €</a:t>
            </a:r>
            <a:endParaRPr lang="nl-NL" sz="1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226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13A84-8253-FA27-2663-278EA58E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5D307D-A23E-38BF-7EFD-26831F782E99}"/>
              </a:ext>
            </a:extLst>
          </p:cNvPr>
          <p:cNvSpPr/>
          <p:nvPr/>
        </p:nvSpPr>
        <p:spPr>
          <a:xfrm>
            <a:off x="465667" y="2971800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0643DE-6833-B1EF-C71F-FBCACCE47911}"/>
              </a:ext>
            </a:extLst>
          </p:cNvPr>
          <p:cNvCxnSpPr>
            <a:stCxn id="4" idx="3"/>
          </p:cNvCxnSpPr>
          <p:nvPr/>
        </p:nvCxnSpPr>
        <p:spPr>
          <a:xfrm flipV="1">
            <a:off x="685800" y="1075267"/>
            <a:ext cx="1032933" cy="20150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85AA93-AC54-EECE-98B6-7070CD1FAF6A}"/>
              </a:ext>
            </a:extLst>
          </p:cNvPr>
          <p:cNvCxnSpPr>
            <a:stCxn id="4" idx="3"/>
          </p:cNvCxnSpPr>
          <p:nvPr/>
        </p:nvCxnSpPr>
        <p:spPr>
          <a:xfrm flipV="1">
            <a:off x="685800" y="3090333"/>
            <a:ext cx="215053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8C3638-0CC9-B465-3424-3DD77989E921}"/>
              </a:ext>
            </a:extLst>
          </p:cNvPr>
          <p:cNvCxnSpPr>
            <a:stCxn id="4" idx="3"/>
          </p:cNvCxnSpPr>
          <p:nvPr/>
        </p:nvCxnSpPr>
        <p:spPr>
          <a:xfrm>
            <a:off x="685800" y="3090334"/>
            <a:ext cx="528893" cy="31314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A66C05-BFEB-3781-9484-61B95282D898}"/>
              </a:ext>
            </a:extLst>
          </p:cNvPr>
          <p:cNvCxnSpPr/>
          <p:nvPr/>
        </p:nvCxnSpPr>
        <p:spPr>
          <a:xfrm flipH="1">
            <a:off x="1219201" y="6225447"/>
            <a:ext cx="7319554" cy="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45A079F-62F4-1DE8-7039-92229A363299}"/>
              </a:ext>
            </a:extLst>
          </p:cNvPr>
          <p:cNvSpPr/>
          <p:nvPr/>
        </p:nvSpPr>
        <p:spPr>
          <a:xfrm>
            <a:off x="1489956" y="5965813"/>
            <a:ext cx="950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Don’t play</a:t>
            </a:r>
            <a:endParaRPr lang="nl-NL" sz="14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CCD03F-2087-6A31-8495-1531480B5F82}"/>
              </a:ext>
            </a:extLst>
          </p:cNvPr>
          <p:cNvSpPr/>
          <p:nvPr/>
        </p:nvSpPr>
        <p:spPr>
          <a:xfrm>
            <a:off x="1717583" y="811384"/>
            <a:ext cx="4955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Play</a:t>
            </a:r>
            <a:endParaRPr lang="nl-NL" sz="1400" b="1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5446CE-DED7-C2C1-0362-C69F840B8D65}"/>
              </a:ext>
            </a:extLst>
          </p:cNvPr>
          <p:cNvCxnSpPr>
            <a:stCxn id="25" idx="2"/>
          </p:cNvCxnSpPr>
          <p:nvPr/>
        </p:nvCxnSpPr>
        <p:spPr>
          <a:xfrm flipH="1">
            <a:off x="1718733" y="1075266"/>
            <a:ext cx="265853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7BBCF9B-CF78-75C3-B88D-DE8CA31FDE98}"/>
              </a:ext>
            </a:extLst>
          </p:cNvPr>
          <p:cNvSpPr txBox="1"/>
          <p:nvPr/>
        </p:nvSpPr>
        <p:spPr>
          <a:xfrm>
            <a:off x="5488684" y="1259931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94099C-45E9-23BD-1A08-FCD1F7157827}"/>
              </a:ext>
            </a:extLst>
          </p:cNvPr>
          <p:cNvSpPr/>
          <p:nvPr/>
        </p:nvSpPr>
        <p:spPr>
          <a:xfrm>
            <a:off x="4377267" y="939799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9C04BD-35BC-87BE-AA6C-0DED3869001E}"/>
              </a:ext>
            </a:extLst>
          </p:cNvPr>
          <p:cNvCxnSpPr>
            <a:endCxn id="25" idx="5"/>
          </p:cNvCxnSpPr>
          <p:nvPr/>
        </p:nvCxnSpPr>
        <p:spPr>
          <a:xfrm flipH="1" flipV="1">
            <a:off x="4601296" y="117105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2CB62C-82D5-217C-3FEE-6850179CD033}"/>
              </a:ext>
            </a:extLst>
          </p:cNvPr>
          <p:cNvCxnSpPr/>
          <p:nvPr/>
        </p:nvCxnSpPr>
        <p:spPr>
          <a:xfrm>
            <a:off x="4880021" y="1528802"/>
            <a:ext cx="36313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63567A-A938-3C15-3423-12405CD06262}"/>
              </a:ext>
            </a:extLst>
          </p:cNvPr>
          <p:cNvCxnSpPr>
            <a:stCxn id="25" idx="7"/>
          </p:cNvCxnSpPr>
          <p:nvPr/>
        </p:nvCxnSpPr>
        <p:spPr>
          <a:xfrm flipV="1">
            <a:off x="4601296" y="705934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23C82D3-20D3-AD3D-7ED9-2EADEED7F3AD}"/>
              </a:ext>
            </a:extLst>
          </p:cNvPr>
          <p:cNvCxnSpPr>
            <a:endCxn id="47" idx="1"/>
          </p:cNvCxnSpPr>
          <p:nvPr/>
        </p:nvCxnSpPr>
        <p:spPr>
          <a:xfrm>
            <a:off x="4953000" y="705933"/>
            <a:ext cx="35423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02ECE44-14A4-576F-CE22-29A3D52C2858}"/>
              </a:ext>
            </a:extLst>
          </p:cNvPr>
          <p:cNvSpPr txBox="1"/>
          <p:nvPr/>
        </p:nvSpPr>
        <p:spPr>
          <a:xfrm>
            <a:off x="5488684" y="419191"/>
            <a:ext cx="165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C973E69-1669-296D-C96F-727F5D0896A8}"/>
              </a:ext>
            </a:extLst>
          </p:cNvPr>
          <p:cNvSpPr/>
          <p:nvPr/>
        </p:nvSpPr>
        <p:spPr>
          <a:xfrm>
            <a:off x="1428432" y="2834074"/>
            <a:ext cx="1075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Roll first die</a:t>
            </a:r>
            <a:endParaRPr lang="nl-NL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37DE0E-4054-1590-BF76-F52D6E9BB526}"/>
              </a:ext>
            </a:extLst>
          </p:cNvPr>
          <p:cNvSpPr txBox="1"/>
          <p:nvPr/>
        </p:nvSpPr>
        <p:spPr>
          <a:xfrm>
            <a:off x="3626237" y="3844580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= 4</a:t>
            </a:r>
            <a:endParaRPr lang="nl-NL" sz="1400" i="1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4433D4F-1CF9-7605-50FD-882214BC2645}"/>
              </a:ext>
            </a:extLst>
          </p:cNvPr>
          <p:cNvSpPr/>
          <p:nvPr/>
        </p:nvSpPr>
        <p:spPr>
          <a:xfrm>
            <a:off x="2836333" y="2952232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5AD5515-F195-A6BE-39E8-D30128EC3A66}"/>
              </a:ext>
            </a:extLst>
          </p:cNvPr>
          <p:cNvCxnSpPr>
            <a:endCxn id="59" idx="5"/>
          </p:cNvCxnSpPr>
          <p:nvPr/>
        </p:nvCxnSpPr>
        <p:spPr>
          <a:xfrm flipH="1" flipV="1">
            <a:off x="3060362" y="3183489"/>
            <a:ext cx="304498" cy="925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DBE7F6C-9C53-AA9D-7FD5-A90A576AA5B7}"/>
              </a:ext>
            </a:extLst>
          </p:cNvPr>
          <p:cNvCxnSpPr/>
          <p:nvPr/>
        </p:nvCxnSpPr>
        <p:spPr>
          <a:xfrm flipV="1">
            <a:off x="3364860" y="4101654"/>
            <a:ext cx="1507064" cy="7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122DBC7-F309-679B-141B-4FE22FF409C6}"/>
              </a:ext>
            </a:extLst>
          </p:cNvPr>
          <p:cNvCxnSpPr>
            <a:stCxn id="59" idx="7"/>
          </p:cNvCxnSpPr>
          <p:nvPr/>
        </p:nvCxnSpPr>
        <p:spPr>
          <a:xfrm flipV="1">
            <a:off x="3060362" y="2718367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4913E9E-88F5-8529-029F-40CFA6B2A996}"/>
              </a:ext>
            </a:extLst>
          </p:cNvPr>
          <p:cNvCxnSpPr/>
          <p:nvPr/>
        </p:nvCxnSpPr>
        <p:spPr>
          <a:xfrm>
            <a:off x="3412066" y="2718366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0F623F2-606D-BB96-8368-C4D42DA8DFE4}"/>
              </a:ext>
            </a:extLst>
          </p:cNvPr>
          <p:cNvSpPr txBox="1"/>
          <p:nvPr/>
        </p:nvSpPr>
        <p:spPr>
          <a:xfrm>
            <a:off x="3626237" y="2467018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&lt;= 3 </a:t>
            </a:r>
            <a:endParaRPr lang="nl-NL" sz="1400" i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B0036F4-38C8-F2A1-724E-D18C8ECA7F72}"/>
              </a:ext>
            </a:extLst>
          </p:cNvPr>
          <p:cNvSpPr/>
          <p:nvPr/>
        </p:nvSpPr>
        <p:spPr>
          <a:xfrm>
            <a:off x="4848602" y="2611798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20200D2-DE4E-0EAF-88CA-D98ED7BD644F}"/>
              </a:ext>
            </a:extLst>
          </p:cNvPr>
          <p:cNvCxnSpPr>
            <a:stCxn id="68" idx="3"/>
          </p:cNvCxnSpPr>
          <p:nvPr/>
        </p:nvCxnSpPr>
        <p:spPr>
          <a:xfrm flipV="1">
            <a:off x="5068735" y="2349034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38E3F6D8-3AA1-90B6-AD25-B27A25C6F100}"/>
              </a:ext>
            </a:extLst>
          </p:cNvPr>
          <p:cNvSpPr/>
          <p:nvPr/>
        </p:nvSpPr>
        <p:spPr>
          <a:xfrm>
            <a:off x="5488684" y="2083753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A0E4B1F-5077-B266-A151-91B070B96238}"/>
              </a:ext>
            </a:extLst>
          </p:cNvPr>
          <p:cNvCxnSpPr/>
          <p:nvPr/>
        </p:nvCxnSpPr>
        <p:spPr>
          <a:xfrm>
            <a:off x="5531787" y="2349034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B9958189-258B-5AE6-6CE0-99D8ADE1ED6F}"/>
              </a:ext>
            </a:extLst>
          </p:cNvPr>
          <p:cNvSpPr/>
          <p:nvPr/>
        </p:nvSpPr>
        <p:spPr>
          <a:xfrm>
            <a:off x="5488684" y="2841265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D9CAB48-58E6-1123-E382-51E4E693888B}"/>
              </a:ext>
            </a:extLst>
          </p:cNvPr>
          <p:cNvCxnSpPr/>
          <p:nvPr/>
        </p:nvCxnSpPr>
        <p:spPr>
          <a:xfrm flipH="1" flipV="1">
            <a:off x="5080730" y="2738385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0D548D9-21A4-7FB1-15EB-5A964E5B4F58}"/>
              </a:ext>
            </a:extLst>
          </p:cNvPr>
          <p:cNvCxnSpPr/>
          <p:nvPr/>
        </p:nvCxnSpPr>
        <p:spPr>
          <a:xfrm flipV="1">
            <a:off x="5364701" y="3090333"/>
            <a:ext cx="3146718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F6354983-1E93-7FF0-C370-F4C0CEE5DC09}"/>
              </a:ext>
            </a:extLst>
          </p:cNvPr>
          <p:cNvSpPr/>
          <p:nvPr/>
        </p:nvSpPr>
        <p:spPr>
          <a:xfrm>
            <a:off x="4880021" y="3990697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2567C13-FD95-2137-BD6C-433EEAEA9900}"/>
              </a:ext>
            </a:extLst>
          </p:cNvPr>
          <p:cNvCxnSpPr>
            <a:stCxn id="90" idx="3"/>
          </p:cNvCxnSpPr>
          <p:nvPr/>
        </p:nvCxnSpPr>
        <p:spPr>
          <a:xfrm flipV="1">
            <a:off x="5100154" y="3727933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09A26ED-791C-7084-1F36-A662C079DD42}"/>
              </a:ext>
            </a:extLst>
          </p:cNvPr>
          <p:cNvCxnSpPr/>
          <p:nvPr/>
        </p:nvCxnSpPr>
        <p:spPr>
          <a:xfrm>
            <a:off x="5563206" y="3727933"/>
            <a:ext cx="8690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D30DD9C-7A10-ED36-E659-D57EF54B8F1C}"/>
              </a:ext>
            </a:extLst>
          </p:cNvPr>
          <p:cNvCxnSpPr/>
          <p:nvPr/>
        </p:nvCxnSpPr>
        <p:spPr>
          <a:xfrm flipH="1" flipV="1">
            <a:off x="5112149" y="4117284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CBC8C48E-37C7-B658-A5BC-D11AE6C0CC0C}"/>
              </a:ext>
            </a:extLst>
          </p:cNvPr>
          <p:cNvSpPr txBox="1"/>
          <p:nvPr/>
        </p:nvSpPr>
        <p:spPr>
          <a:xfrm>
            <a:off x="3626237" y="5169434"/>
            <a:ext cx="1158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&gt;=5</a:t>
            </a:r>
            <a:endParaRPr lang="nl-NL" sz="1400" i="1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C53BA1C-6108-2A5B-566E-AF2CC9C6B11B}"/>
              </a:ext>
            </a:extLst>
          </p:cNvPr>
          <p:cNvCxnSpPr>
            <a:endCxn id="59" idx="4"/>
          </p:cNvCxnSpPr>
          <p:nvPr/>
        </p:nvCxnSpPr>
        <p:spPr>
          <a:xfrm flipH="1" flipV="1">
            <a:off x="2967566" y="3223166"/>
            <a:ext cx="405209" cy="2209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735A303-D100-F935-3621-9066C4386063}"/>
              </a:ext>
            </a:extLst>
          </p:cNvPr>
          <p:cNvCxnSpPr/>
          <p:nvPr/>
        </p:nvCxnSpPr>
        <p:spPr>
          <a:xfrm>
            <a:off x="3364860" y="5432406"/>
            <a:ext cx="15155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1828FA5-74B3-366A-E129-F11243099F00}"/>
              </a:ext>
            </a:extLst>
          </p:cNvPr>
          <p:cNvSpPr/>
          <p:nvPr/>
        </p:nvSpPr>
        <p:spPr>
          <a:xfrm>
            <a:off x="4892016" y="5316479"/>
            <a:ext cx="220133" cy="237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86B8673-8D9D-ACEA-326E-8E1E6423B386}"/>
              </a:ext>
            </a:extLst>
          </p:cNvPr>
          <p:cNvCxnSpPr>
            <a:stCxn id="114" idx="3"/>
          </p:cNvCxnSpPr>
          <p:nvPr/>
        </p:nvCxnSpPr>
        <p:spPr>
          <a:xfrm flipV="1">
            <a:off x="5112149" y="5053715"/>
            <a:ext cx="463052" cy="381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C0DCD9A-3902-DA05-0C80-A77CB1107159}"/>
              </a:ext>
            </a:extLst>
          </p:cNvPr>
          <p:cNvCxnSpPr>
            <a:endCxn id="151" idx="2"/>
          </p:cNvCxnSpPr>
          <p:nvPr/>
        </p:nvCxnSpPr>
        <p:spPr>
          <a:xfrm flipV="1">
            <a:off x="5575201" y="5052210"/>
            <a:ext cx="914699" cy="1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246DDE8-B14E-7C1E-9B54-CCA046210824}"/>
              </a:ext>
            </a:extLst>
          </p:cNvPr>
          <p:cNvCxnSpPr/>
          <p:nvPr/>
        </p:nvCxnSpPr>
        <p:spPr>
          <a:xfrm flipH="1" flipV="1">
            <a:off x="5124144" y="5443066"/>
            <a:ext cx="283971" cy="357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DE1D2413-26DB-897C-DE12-5B00D9076534}"/>
              </a:ext>
            </a:extLst>
          </p:cNvPr>
          <p:cNvSpPr/>
          <p:nvPr/>
        </p:nvSpPr>
        <p:spPr>
          <a:xfrm>
            <a:off x="6428875" y="2218840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CFED657-E66D-0220-35AB-7603F1522326}"/>
              </a:ext>
            </a:extLst>
          </p:cNvPr>
          <p:cNvCxnSpPr/>
          <p:nvPr/>
        </p:nvCxnSpPr>
        <p:spPr>
          <a:xfrm flipV="1">
            <a:off x="6695837" y="2048373"/>
            <a:ext cx="351704" cy="27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832251E-D96C-4EFB-8345-A1D292EAE0D5}"/>
              </a:ext>
            </a:extLst>
          </p:cNvPr>
          <p:cNvCxnSpPr/>
          <p:nvPr/>
        </p:nvCxnSpPr>
        <p:spPr>
          <a:xfrm>
            <a:off x="7047541" y="2048372"/>
            <a:ext cx="146387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800562F0-CC0A-073B-A353-2769F01C02E6}"/>
              </a:ext>
            </a:extLst>
          </p:cNvPr>
          <p:cNvSpPr txBox="1"/>
          <p:nvPr/>
        </p:nvSpPr>
        <p:spPr>
          <a:xfrm>
            <a:off x="6943145" y="1767525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22F042E-073C-A1CF-3314-B416732F88B5}"/>
              </a:ext>
            </a:extLst>
          </p:cNvPr>
          <p:cNvCxnSpPr/>
          <p:nvPr/>
        </p:nvCxnSpPr>
        <p:spPr>
          <a:xfrm flipV="1">
            <a:off x="5396120" y="4461799"/>
            <a:ext cx="3130640" cy="5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F16BC56-39E6-0F24-DA79-889739A73189}"/>
              </a:ext>
            </a:extLst>
          </p:cNvPr>
          <p:cNvCxnSpPr/>
          <p:nvPr/>
        </p:nvCxnSpPr>
        <p:spPr>
          <a:xfrm flipV="1">
            <a:off x="5408115" y="5796192"/>
            <a:ext cx="3118645" cy="85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DDB79FC0-44C6-B8F3-1291-33E7098799A3}"/>
              </a:ext>
            </a:extLst>
          </p:cNvPr>
          <p:cNvSpPr/>
          <p:nvPr/>
        </p:nvSpPr>
        <p:spPr>
          <a:xfrm>
            <a:off x="6444953" y="3597355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E073028-F6CE-729E-3127-8D054B70FDC8}"/>
              </a:ext>
            </a:extLst>
          </p:cNvPr>
          <p:cNvCxnSpPr>
            <a:stCxn id="139" idx="7"/>
          </p:cNvCxnSpPr>
          <p:nvPr/>
        </p:nvCxnSpPr>
        <p:spPr>
          <a:xfrm flipV="1">
            <a:off x="6668982" y="3426888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23A019A-1498-80F4-D73B-6C68C847EC49}"/>
              </a:ext>
            </a:extLst>
          </p:cNvPr>
          <p:cNvCxnSpPr/>
          <p:nvPr/>
        </p:nvCxnSpPr>
        <p:spPr>
          <a:xfrm>
            <a:off x="7063619" y="3426887"/>
            <a:ext cx="1447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594C920-F874-A3D5-8804-D2098EFC1E7E}"/>
              </a:ext>
            </a:extLst>
          </p:cNvPr>
          <p:cNvCxnSpPr>
            <a:endCxn id="139" idx="5"/>
          </p:cNvCxnSpPr>
          <p:nvPr/>
        </p:nvCxnSpPr>
        <p:spPr>
          <a:xfrm flipH="1" flipV="1">
            <a:off x="6668982" y="3828612"/>
            <a:ext cx="306331" cy="350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4D4AFBE-7A58-0489-3B65-FF87DAB2D57E}"/>
              </a:ext>
            </a:extLst>
          </p:cNvPr>
          <p:cNvCxnSpPr/>
          <p:nvPr/>
        </p:nvCxnSpPr>
        <p:spPr>
          <a:xfrm>
            <a:off x="6970066" y="4179020"/>
            <a:ext cx="1547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CDF1AEB7-19AA-A76E-6A7A-902E7E767C11}"/>
              </a:ext>
            </a:extLst>
          </p:cNvPr>
          <p:cNvSpPr/>
          <p:nvPr/>
        </p:nvSpPr>
        <p:spPr>
          <a:xfrm>
            <a:off x="6489900" y="4916743"/>
            <a:ext cx="262466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213526E-EDDB-185D-7097-540E31DD502C}"/>
              </a:ext>
            </a:extLst>
          </p:cNvPr>
          <p:cNvCxnSpPr>
            <a:stCxn id="151" idx="7"/>
          </p:cNvCxnSpPr>
          <p:nvPr/>
        </p:nvCxnSpPr>
        <p:spPr>
          <a:xfrm flipV="1">
            <a:off x="6713929" y="4746276"/>
            <a:ext cx="394637" cy="210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0DC90F1-89DB-9216-6E68-5048505E1794}"/>
              </a:ext>
            </a:extLst>
          </p:cNvPr>
          <p:cNvCxnSpPr/>
          <p:nvPr/>
        </p:nvCxnSpPr>
        <p:spPr>
          <a:xfrm>
            <a:off x="7108566" y="4746275"/>
            <a:ext cx="141819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09527755-B3E1-BB83-4E33-FB530D7ADA53}"/>
              </a:ext>
            </a:extLst>
          </p:cNvPr>
          <p:cNvCxnSpPr/>
          <p:nvPr/>
        </p:nvCxnSpPr>
        <p:spPr>
          <a:xfrm>
            <a:off x="7117665" y="5525466"/>
            <a:ext cx="1409095" cy="1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DC1FCEA-0E79-F2FA-D9AC-E5E55BDD801A}"/>
              </a:ext>
            </a:extLst>
          </p:cNvPr>
          <p:cNvSpPr/>
          <p:nvPr/>
        </p:nvSpPr>
        <p:spPr>
          <a:xfrm>
            <a:off x="8660762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290F3BF-CA92-7E61-48BB-126ECB6DFFBF}"/>
              </a:ext>
            </a:extLst>
          </p:cNvPr>
          <p:cNvSpPr/>
          <p:nvPr/>
        </p:nvSpPr>
        <p:spPr>
          <a:xfrm>
            <a:off x="8660762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29DB655-47A4-31F0-356B-309063276CC1}"/>
              </a:ext>
            </a:extLst>
          </p:cNvPr>
          <p:cNvSpPr/>
          <p:nvPr/>
        </p:nvSpPr>
        <p:spPr>
          <a:xfrm>
            <a:off x="8657771" y="60730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943F42A-CC0A-889B-AF6A-C9BDF277D950}"/>
              </a:ext>
            </a:extLst>
          </p:cNvPr>
          <p:cNvSpPr/>
          <p:nvPr/>
        </p:nvSpPr>
        <p:spPr>
          <a:xfrm>
            <a:off x="8640188" y="167546"/>
            <a:ext cx="966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Cost</a:t>
            </a:r>
            <a:endParaRPr lang="nl-NL" sz="1400" b="1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E425C1A-54FD-E800-B2A6-73417477919A}"/>
              </a:ext>
            </a:extLst>
          </p:cNvPr>
          <p:cNvSpPr/>
          <p:nvPr/>
        </p:nvSpPr>
        <p:spPr>
          <a:xfrm>
            <a:off x="9857346" y="167546"/>
            <a:ext cx="966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Pay-off</a:t>
            </a:r>
            <a:endParaRPr lang="nl-NL" sz="1400" b="1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EDED097-C5C1-25D9-BBF5-63B714424B9A}"/>
              </a:ext>
            </a:extLst>
          </p:cNvPr>
          <p:cNvSpPr/>
          <p:nvPr/>
        </p:nvSpPr>
        <p:spPr>
          <a:xfrm>
            <a:off x="9857346" y="5496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2B73979-8D95-D083-F1C9-2A6160A24155}"/>
              </a:ext>
            </a:extLst>
          </p:cNvPr>
          <p:cNvSpPr/>
          <p:nvPr/>
        </p:nvSpPr>
        <p:spPr>
          <a:xfrm>
            <a:off x="9857346" y="1372469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B5973E6-3EFE-5B7D-2BA0-A1128FFAB8AA}"/>
              </a:ext>
            </a:extLst>
          </p:cNvPr>
          <p:cNvSpPr/>
          <p:nvPr/>
        </p:nvSpPr>
        <p:spPr>
          <a:xfrm>
            <a:off x="9857346" y="606916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2E2334A-23D0-5FB9-D104-DB2624C823EE}"/>
              </a:ext>
            </a:extLst>
          </p:cNvPr>
          <p:cNvSpPr/>
          <p:nvPr/>
        </p:nvSpPr>
        <p:spPr>
          <a:xfrm>
            <a:off x="4737845" y="831699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.778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9B55165-0777-6181-8DAF-F1EB54B532D9}"/>
              </a:ext>
            </a:extLst>
          </p:cNvPr>
          <p:cNvSpPr/>
          <p:nvPr/>
        </p:nvSpPr>
        <p:spPr>
          <a:xfrm>
            <a:off x="4737845" y="1248347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.222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65029A0-E43B-AAA7-350A-E709368ACD31}"/>
              </a:ext>
            </a:extLst>
          </p:cNvPr>
          <p:cNvSpPr/>
          <p:nvPr/>
        </p:nvSpPr>
        <p:spPr>
          <a:xfrm>
            <a:off x="8660762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D5E1E8C-ECCF-CCFB-4564-98ECF5FBDB00}"/>
              </a:ext>
            </a:extLst>
          </p:cNvPr>
          <p:cNvSpPr/>
          <p:nvPr/>
        </p:nvSpPr>
        <p:spPr>
          <a:xfrm>
            <a:off x="9857346" y="190617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7354E17-5828-06FF-F03D-72DE22F08BC7}"/>
              </a:ext>
            </a:extLst>
          </p:cNvPr>
          <p:cNvSpPr/>
          <p:nvPr/>
        </p:nvSpPr>
        <p:spPr>
          <a:xfrm>
            <a:off x="8660762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155CC07-85DE-0FC3-8F92-BE2FC93834FB}"/>
              </a:ext>
            </a:extLst>
          </p:cNvPr>
          <p:cNvSpPr/>
          <p:nvPr/>
        </p:nvSpPr>
        <p:spPr>
          <a:xfrm>
            <a:off x="9857346" y="2934000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04E2D2D-3BBA-9929-59B0-2F8F8FEA9F98}"/>
              </a:ext>
            </a:extLst>
          </p:cNvPr>
          <p:cNvCxnSpPr/>
          <p:nvPr/>
        </p:nvCxnSpPr>
        <p:spPr>
          <a:xfrm flipH="1" flipV="1">
            <a:off x="6713929" y="5148000"/>
            <a:ext cx="403736" cy="377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7B2DF967-DEDC-A4AB-91DA-E97577132ACC}"/>
              </a:ext>
            </a:extLst>
          </p:cNvPr>
          <p:cNvSpPr/>
          <p:nvPr/>
        </p:nvSpPr>
        <p:spPr>
          <a:xfrm>
            <a:off x="8660762" y="3342796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ADD3717-F55A-E83D-C38F-C3976BCC1795}"/>
              </a:ext>
            </a:extLst>
          </p:cNvPr>
          <p:cNvSpPr/>
          <p:nvPr/>
        </p:nvSpPr>
        <p:spPr>
          <a:xfrm>
            <a:off x="9861277" y="3342796"/>
            <a:ext cx="963054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D6D6646-F457-354A-C4DC-A7CDB060623D}"/>
              </a:ext>
            </a:extLst>
          </p:cNvPr>
          <p:cNvSpPr/>
          <p:nvPr/>
        </p:nvSpPr>
        <p:spPr>
          <a:xfrm>
            <a:off x="8657771" y="432299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52B69CF-FA22-4EA9-8AD7-AB2FBB7969F8}"/>
              </a:ext>
            </a:extLst>
          </p:cNvPr>
          <p:cNvSpPr/>
          <p:nvPr/>
        </p:nvSpPr>
        <p:spPr>
          <a:xfrm>
            <a:off x="9857346" y="4322997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BAA34F2-F199-F88C-B87B-FDDB04AC9E96}"/>
              </a:ext>
            </a:extLst>
          </p:cNvPr>
          <p:cNvSpPr/>
          <p:nvPr/>
        </p:nvSpPr>
        <p:spPr>
          <a:xfrm>
            <a:off x="8660762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D1B0B6D-2805-CDE5-FCF3-1D4FB670A3A3}"/>
              </a:ext>
            </a:extLst>
          </p:cNvPr>
          <p:cNvSpPr/>
          <p:nvPr/>
        </p:nvSpPr>
        <p:spPr>
          <a:xfrm>
            <a:off x="9857346" y="3933734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F942D4F-577D-34A6-E750-8ECD660583D2}"/>
              </a:ext>
            </a:extLst>
          </p:cNvPr>
          <p:cNvSpPr/>
          <p:nvPr/>
        </p:nvSpPr>
        <p:spPr>
          <a:xfrm>
            <a:off x="6843610" y="2176021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1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8413BA4-1E85-36F7-5F3C-F3C09689CC9A}"/>
              </a:ext>
            </a:extLst>
          </p:cNvPr>
          <p:cNvSpPr/>
          <p:nvPr/>
        </p:nvSpPr>
        <p:spPr>
          <a:xfrm>
            <a:off x="3340373" y="2804693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B62AB1B-9797-72C9-80C9-73FBE78D8570}"/>
              </a:ext>
            </a:extLst>
          </p:cNvPr>
          <p:cNvSpPr/>
          <p:nvPr/>
        </p:nvSpPr>
        <p:spPr>
          <a:xfrm>
            <a:off x="8657771" y="4706107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8C4561C-A84D-AB19-E044-57F6257D2D9B}"/>
              </a:ext>
            </a:extLst>
          </p:cNvPr>
          <p:cNvSpPr/>
          <p:nvPr/>
        </p:nvSpPr>
        <p:spPr>
          <a:xfrm>
            <a:off x="9857346" y="4706107"/>
            <a:ext cx="96386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2EC4ED2-D200-2E7E-F947-406254A1BFFB}"/>
              </a:ext>
            </a:extLst>
          </p:cNvPr>
          <p:cNvSpPr/>
          <p:nvPr/>
        </p:nvSpPr>
        <p:spPr>
          <a:xfrm>
            <a:off x="8657771" y="5676783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D3B97F9-877C-4F45-7F1C-4531C77C492A}"/>
              </a:ext>
            </a:extLst>
          </p:cNvPr>
          <p:cNvSpPr/>
          <p:nvPr/>
        </p:nvSpPr>
        <p:spPr>
          <a:xfrm>
            <a:off x="9857346" y="5676783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48D48AE-31FE-07A5-F312-261D48352A39}"/>
              </a:ext>
            </a:extLst>
          </p:cNvPr>
          <p:cNvSpPr/>
          <p:nvPr/>
        </p:nvSpPr>
        <p:spPr>
          <a:xfrm>
            <a:off x="8657771" y="5295746"/>
            <a:ext cx="969976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10€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E439FC6-37DF-2857-5A0A-C56B2E6F6131}"/>
              </a:ext>
            </a:extLst>
          </p:cNvPr>
          <p:cNvSpPr/>
          <p:nvPr/>
        </p:nvSpPr>
        <p:spPr>
          <a:xfrm>
            <a:off x="9857346" y="5297045"/>
            <a:ext cx="966985" cy="3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36€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43BEBA79-DAE9-56FD-805D-D6C3D3D3B5BF}"/>
              </a:ext>
            </a:extLst>
          </p:cNvPr>
          <p:cNvSpPr/>
          <p:nvPr/>
        </p:nvSpPr>
        <p:spPr>
          <a:xfrm>
            <a:off x="3340373" y="3755344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.167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8DE32CD-2A1E-5ACA-1DAA-376DF6D2FC90}"/>
              </a:ext>
            </a:extLst>
          </p:cNvPr>
          <p:cNvSpPr/>
          <p:nvPr/>
        </p:nvSpPr>
        <p:spPr>
          <a:xfrm>
            <a:off x="6919893" y="3517151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.667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625E319-EF7B-CCC5-BBA1-5B1A99612FE1}"/>
              </a:ext>
            </a:extLst>
          </p:cNvPr>
          <p:cNvSpPr/>
          <p:nvPr/>
        </p:nvSpPr>
        <p:spPr>
          <a:xfrm>
            <a:off x="6919893" y="3984692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.333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7F8293B-23F7-EE1C-18CE-E6ECE7017042}"/>
              </a:ext>
            </a:extLst>
          </p:cNvPr>
          <p:cNvSpPr/>
          <p:nvPr/>
        </p:nvSpPr>
        <p:spPr>
          <a:xfrm>
            <a:off x="5527131" y="3474201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BEF9B08-F725-691F-2082-5B326C4C06E6}"/>
              </a:ext>
            </a:extLst>
          </p:cNvPr>
          <p:cNvSpPr/>
          <p:nvPr/>
        </p:nvSpPr>
        <p:spPr>
          <a:xfrm>
            <a:off x="5527131" y="4231713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530D92E-09C6-74EB-CEE4-A80745E8CF40}"/>
              </a:ext>
            </a:extLst>
          </p:cNvPr>
          <p:cNvSpPr/>
          <p:nvPr/>
        </p:nvSpPr>
        <p:spPr>
          <a:xfrm>
            <a:off x="5555681" y="4799124"/>
            <a:ext cx="13641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Continue</a:t>
            </a:r>
            <a:endParaRPr lang="nl-NL" sz="1400" b="1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F111F8F-3073-EAA1-51F8-6200ECF3B958}"/>
              </a:ext>
            </a:extLst>
          </p:cNvPr>
          <p:cNvSpPr/>
          <p:nvPr/>
        </p:nvSpPr>
        <p:spPr>
          <a:xfrm>
            <a:off x="5555681" y="5556636"/>
            <a:ext cx="1042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Stop</a:t>
            </a:r>
            <a:endParaRPr lang="nl-NL" sz="1400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4AA2E56-3D79-87CA-6C22-5EBE4D99CA41}"/>
              </a:ext>
            </a:extLst>
          </p:cNvPr>
          <p:cNvSpPr/>
          <p:nvPr/>
        </p:nvSpPr>
        <p:spPr>
          <a:xfrm>
            <a:off x="3340373" y="5106901"/>
            <a:ext cx="583927" cy="167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.333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91AC343-009D-8E30-7099-8E380AB3DC1B}"/>
              </a:ext>
            </a:extLst>
          </p:cNvPr>
          <p:cNvSpPr/>
          <p:nvPr/>
        </p:nvSpPr>
        <p:spPr>
          <a:xfrm>
            <a:off x="7055018" y="4806820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8D6A36B-CE39-FA91-C590-9CA8FCEB783E}"/>
              </a:ext>
            </a:extLst>
          </p:cNvPr>
          <p:cNvSpPr/>
          <p:nvPr/>
        </p:nvSpPr>
        <p:spPr>
          <a:xfrm>
            <a:off x="7098584" y="5359261"/>
            <a:ext cx="422817" cy="18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.5</a:t>
            </a:r>
            <a:endParaRPr lang="nl-NL" sz="1000" dirty="0">
              <a:solidFill>
                <a:schemeClr val="tx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DF7CE11-BFC8-1D57-963C-59EB681A983F}"/>
              </a:ext>
            </a:extLst>
          </p:cNvPr>
          <p:cNvSpPr txBox="1"/>
          <p:nvPr/>
        </p:nvSpPr>
        <p:spPr>
          <a:xfrm>
            <a:off x="7285890" y="3161277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0E83D35-7670-95E3-F212-BD92A240AEFA}"/>
              </a:ext>
            </a:extLst>
          </p:cNvPr>
          <p:cNvSpPr txBox="1"/>
          <p:nvPr/>
        </p:nvSpPr>
        <p:spPr>
          <a:xfrm>
            <a:off x="7314440" y="4513391"/>
            <a:ext cx="96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&lt;19</a:t>
            </a:r>
            <a:endParaRPr lang="nl-NL" sz="1400" i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0171915-DEEB-39DD-ED8F-F0B74A873A61}"/>
              </a:ext>
            </a:extLst>
          </p:cNvPr>
          <p:cNvSpPr txBox="1"/>
          <p:nvPr/>
        </p:nvSpPr>
        <p:spPr>
          <a:xfrm>
            <a:off x="7314304" y="5274756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783BD0F-64D1-7A1E-BA12-B64376DD18DA}"/>
              </a:ext>
            </a:extLst>
          </p:cNvPr>
          <p:cNvSpPr txBox="1"/>
          <p:nvPr/>
        </p:nvSpPr>
        <p:spPr>
          <a:xfrm>
            <a:off x="7317865" y="3892252"/>
            <a:ext cx="1353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Result &gt;=19</a:t>
            </a:r>
            <a:endParaRPr lang="nl-NL" sz="1400" i="1" dirty="0"/>
          </a:p>
        </p:txBody>
      </p:sp>
    </p:spTree>
    <p:extLst>
      <p:ext uri="{BB962C8B-B14F-4D97-AF65-F5344CB8AC3E}">
        <p14:creationId xmlns:p14="http://schemas.microsoft.com/office/powerpoint/2010/main" val="3358615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5254</TotalTime>
  <Words>615</Words>
  <Application>Microsoft Office PowerPoint</Application>
  <PresentationFormat>Widescreen</PresentationFormat>
  <Paragraphs>337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of information</dc:title>
  <dc:creator>Jacob Jan Paulus</dc:creator>
  <cp:lastModifiedBy>Jacob Jan Paulus</cp:lastModifiedBy>
  <cp:revision>45</cp:revision>
  <dcterms:created xsi:type="dcterms:W3CDTF">2025-03-21T10:47:04Z</dcterms:created>
  <dcterms:modified xsi:type="dcterms:W3CDTF">2025-10-03T09:28:43Z</dcterms:modified>
</cp:coreProperties>
</file>